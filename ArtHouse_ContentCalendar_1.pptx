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0"/>
            <a:ext cx="64008" cy="514350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800" kern="0" dirty="0">
                <a:solidFill>
                  <a:srgbClr val="D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 HOUSE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8229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</a:t>
            </a:r>
            <a:endParaRPr lang="en-US" sz="7200" dirty="0"/>
          </a:p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548640" y="3017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Posts  ·  Ramadan → Eid → Mother's Day  ·  Mar 17 – Apr 10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663440"/>
            <a:ext cx="82296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Reels  ·  9 Carousels  ·  5 Static Posts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858000" y="457200"/>
            <a:ext cx="2011680" cy="2011680"/>
          </a:xfrm>
          <a:prstGeom prst="ellipse">
            <a:avLst/>
          </a:prstGeom>
          <a:solidFill>
            <a:srgbClr val="B85042">
              <a:alpha val="2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7589520" y="2286000"/>
            <a:ext cx="1280160" cy="1280160"/>
          </a:xfrm>
          <a:prstGeom prst="ellipse">
            <a:avLst/>
          </a:prstGeom>
          <a:solidFill>
            <a:srgbClr val="D4A853">
              <a:alpha val="35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STRATEGY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28600" y="1234440"/>
            <a:ext cx="160020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234440"/>
            <a:ext cx="1600200" cy="256032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" y="155448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🏠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01752" y="23317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Eid Home Prep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" y="2880360"/>
            <a:ext cx="1417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homes ready for guests with stunning wall art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993392" y="1234440"/>
            <a:ext cx="160020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993392" y="1234440"/>
            <a:ext cx="1600200" cy="256032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2" name="Text 10"/>
          <p:cNvSpPr/>
          <p:nvPr/>
        </p:nvSpPr>
        <p:spPr>
          <a:xfrm>
            <a:off x="1993392" y="155448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🎁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2066544" y="23317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Eid Gifting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084832" y="2880360"/>
            <a:ext cx="1417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Artwork as the perfect meaningful Eid gift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758184" y="1234440"/>
            <a:ext cx="160020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758184" y="1234440"/>
            <a:ext cx="1600200" cy="256032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7" name="Text 15"/>
          <p:cNvSpPr/>
          <p:nvPr/>
        </p:nvSpPr>
        <p:spPr>
          <a:xfrm>
            <a:off x="3758184" y="155448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💐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3831336" y="23317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Mother's Day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849624" y="2880360"/>
            <a:ext cx="1417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Emotional gifting campaign for moms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522976" y="1234440"/>
            <a:ext cx="160020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522976" y="1234440"/>
            <a:ext cx="1600200" cy="256032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22" name="Text 20"/>
          <p:cNvSpPr/>
          <p:nvPr/>
        </p:nvSpPr>
        <p:spPr>
          <a:xfrm>
            <a:off x="5522976" y="155448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✨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5596128" y="23317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Interior Inspo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614416" y="2880360"/>
            <a:ext cx="1417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Inspire followers with stunning room transformations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287768" y="1234440"/>
            <a:ext cx="160020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287768" y="1234440"/>
            <a:ext cx="1600200" cy="256032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27" name="Text 25"/>
          <p:cNvSpPr/>
          <p:nvPr/>
        </p:nvSpPr>
        <p:spPr>
          <a:xfrm>
            <a:off x="7287768" y="155448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💰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7360920" y="23317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Conversion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379208" y="2880360"/>
            <a:ext cx="1417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offers and calls to action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28600" y="4709160"/>
            <a:ext cx="8686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MIX: 10 Reels  ·  9 Carousels  ·  5 Static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— EID PREPARATION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E8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17–22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01168" y="1143000"/>
            <a:ext cx="2697480" cy="1664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01168" y="1143000"/>
            <a:ext cx="91440" cy="1664208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8" name="Shape 6"/>
          <p:cNvSpPr/>
          <p:nvPr/>
        </p:nvSpPr>
        <p:spPr>
          <a:xfrm>
            <a:off x="338328" y="1252728"/>
            <a:ext cx="384048" cy="38404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9" name="Text 7"/>
          <p:cNvSpPr/>
          <p:nvPr/>
        </p:nvSpPr>
        <p:spPr>
          <a:xfrm>
            <a:off x="338328" y="1252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68096" y="12618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17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38328" y="1581912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Home for Eid Guests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8328" y="203911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"Eid is around the corner… is your wall ready?"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38328" y="2468880"/>
            <a:ext cx="658368" cy="219456"/>
          </a:xfrm>
          <a:prstGeom prst="rect">
            <a:avLst/>
          </a:prstGeom>
          <a:solidFill>
            <a:srgbClr val="6B4C35"/>
          </a:solidFill>
          <a:ln/>
        </p:spPr>
      </p:sp>
      <p:sp>
        <p:nvSpPr>
          <p:cNvPr id="14" name="Text 12"/>
          <p:cNvSpPr/>
          <p:nvPr/>
        </p:nvSpPr>
        <p:spPr>
          <a:xfrm>
            <a:off x="338328" y="2468880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Carousel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1069848" y="2468880"/>
            <a:ext cx="914400" cy="219456"/>
          </a:xfrm>
          <a:prstGeom prst="rect">
            <a:avLst/>
          </a:prstGeom>
          <a:solidFill>
            <a:srgbClr val="E8C99A"/>
          </a:solidFill>
          <a:ln/>
        </p:spPr>
      </p:sp>
      <p:sp>
        <p:nvSpPr>
          <p:cNvPr id="16" name="Text 14"/>
          <p:cNvSpPr/>
          <p:nvPr/>
        </p:nvSpPr>
        <p:spPr>
          <a:xfrm>
            <a:off x="1069848" y="246888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Awareness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075688" y="2468880"/>
            <a:ext cx="329184" cy="219456"/>
          </a:xfrm>
          <a:prstGeom prst="rect">
            <a:avLst/>
          </a:prstGeom>
          <a:solidFill>
            <a:srgbClr val="C13584"/>
          </a:solidFill>
          <a:ln/>
        </p:spPr>
      </p:sp>
      <p:sp>
        <p:nvSpPr>
          <p:cNvPr id="18" name="Text 16"/>
          <p:cNvSpPr/>
          <p:nvPr/>
        </p:nvSpPr>
        <p:spPr>
          <a:xfrm>
            <a:off x="2075688" y="2468880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2459736" y="2468880"/>
            <a:ext cx="329184" cy="219456"/>
          </a:xfrm>
          <a:prstGeom prst="rect">
            <a:avLst/>
          </a:prstGeom>
          <a:solidFill>
            <a:srgbClr val="1877F2"/>
          </a:solidFill>
          <a:ln/>
        </p:spPr>
      </p:sp>
      <p:sp>
        <p:nvSpPr>
          <p:cNvPr id="20" name="Text 18"/>
          <p:cNvSpPr/>
          <p:nvPr/>
        </p:nvSpPr>
        <p:spPr>
          <a:xfrm>
            <a:off x="2459736" y="2468880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3145536" y="1143000"/>
            <a:ext cx="2697480" cy="1664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145536" y="1143000"/>
            <a:ext cx="91440" cy="1664208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23" name="Shape 21"/>
          <p:cNvSpPr/>
          <p:nvPr/>
        </p:nvSpPr>
        <p:spPr>
          <a:xfrm>
            <a:off x="3282696" y="1252728"/>
            <a:ext cx="384048" cy="38404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4" name="Text 22"/>
          <p:cNvSpPr/>
          <p:nvPr/>
        </p:nvSpPr>
        <p:spPr>
          <a:xfrm>
            <a:off x="3282696" y="1252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712464" y="12618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18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282696" y="1581912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Living Room Transformation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282696" y="203911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"Empty wall → stylish art wall"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82696" y="2468880"/>
            <a:ext cx="658368" cy="219456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29" name="Text 27"/>
          <p:cNvSpPr/>
          <p:nvPr/>
        </p:nvSpPr>
        <p:spPr>
          <a:xfrm>
            <a:off x="3282696" y="2468880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Reel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014216" y="2468880"/>
            <a:ext cx="914400" cy="219456"/>
          </a:xfrm>
          <a:prstGeom prst="rect">
            <a:avLst/>
          </a:prstGeom>
          <a:solidFill>
            <a:srgbClr val="E8C99A"/>
          </a:solidFill>
          <a:ln/>
        </p:spPr>
      </p:sp>
      <p:sp>
        <p:nvSpPr>
          <p:cNvPr id="31" name="Text 29"/>
          <p:cNvSpPr/>
          <p:nvPr/>
        </p:nvSpPr>
        <p:spPr>
          <a:xfrm>
            <a:off x="4014216" y="246888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Inspiration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020056" y="2468880"/>
            <a:ext cx="329184" cy="219456"/>
          </a:xfrm>
          <a:prstGeom prst="rect">
            <a:avLst/>
          </a:prstGeom>
          <a:solidFill>
            <a:srgbClr val="C13584"/>
          </a:solidFill>
          <a:ln/>
        </p:spPr>
      </p:sp>
      <p:sp>
        <p:nvSpPr>
          <p:cNvPr id="33" name="Text 31"/>
          <p:cNvSpPr/>
          <p:nvPr/>
        </p:nvSpPr>
        <p:spPr>
          <a:xfrm>
            <a:off x="5020056" y="2468880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5404104" y="2468880"/>
            <a:ext cx="329184" cy="219456"/>
          </a:xfrm>
          <a:prstGeom prst="rect">
            <a:avLst/>
          </a:prstGeom>
          <a:solidFill>
            <a:srgbClr val="010101"/>
          </a:solidFill>
          <a:ln/>
        </p:spPr>
      </p:sp>
      <p:sp>
        <p:nvSpPr>
          <p:cNvPr id="35" name="Text 33"/>
          <p:cNvSpPr/>
          <p:nvPr/>
        </p:nvSpPr>
        <p:spPr>
          <a:xfrm>
            <a:off x="5404104" y="2468880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6089904" y="1143000"/>
            <a:ext cx="2697480" cy="1664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089904" y="1143000"/>
            <a:ext cx="91440" cy="1664208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8" name="Shape 36"/>
          <p:cNvSpPr/>
          <p:nvPr/>
        </p:nvSpPr>
        <p:spPr>
          <a:xfrm>
            <a:off x="6227064" y="1252728"/>
            <a:ext cx="384048" cy="38404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39" name="Text 37"/>
          <p:cNvSpPr/>
          <p:nvPr/>
        </p:nvSpPr>
        <p:spPr>
          <a:xfrm>
            <a:off x="6227064" y="1252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656832" y="12618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19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227064" y="1581912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Wall Art for Eid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227064" y="203911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"3 paintings that upgrade your living room"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227064" y="2468880"/>
            <a:ext cx="658368" cy="219456"/>
          </a:xfrm>
          <a:prstGeom prst="rect">
            <a:avLst/>
          </a:prstGeom>
          <a:solidFill>
            <a:srgbClr val="6B4C35"/>
          </a:solidFill>
          <a:ln/>
        </p:spPr>
      </p:sp>
      <p:sp>
        <p:nvSpPr>
          <p:cNvPr id="44" name="Text 42"/>
          <p:cNvSpPr/>
          <p:nvPr/>
        </p:nvSpPr>
        <p:spPr>
          <a:xfrm>
            <a:off x="6227064" y="2468880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Carousel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6958584" y="2468880"/>
            <a:ext cx="914400" cy="219456"/>
          </a:xfrm>
          <a:prstGeom prst="rect">
            <a:avLst/>
          </a:prstGeom>
          <a:solidFill>
            <a:srgbClr val="E8C99A"/>
          </a:solidFill>
          <a:ln/>
        </p:spPr>
      </p:sp>
      <p:sp>
        <p:nvSpPr>
          <p:cNvPr id="46" name="Text 44"/>
          <p:cNvSpPr/>
          <p:nvPr/>
        </p:nvSpPr>
        <p:spPr>
          <a:xfrm>
            <a:off x="6958584" y="246888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7964424" y="2468880"/>
            <a:ext cx="329184" cy="219456"/>
          </a:xfrm>
          <a:prstGeom prst="rect">
            <a:avLst/>
          </a:prstGeom>
          <a:solidFill>
            <a:srgbClr val="C13584"/>
          </a:solidFill>
          <a:ln/>
        </p:spPr>
      </p:sp>
      <p:sp>
        <p:nvSpPr>
          <p:cNvPr id="48" name="Text 46"/>
          <p:cNvSpPr/>
          <p:nvPr/>
        </p:nvSpPr>
        <p:spPr>
          <a:xfrm>
            <a:off x="7964424" y="2468880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8348472" y="2468880"/>
            <a:ext cx="329184" cy="219456"/>
          </a:xfrm>
          <a:prstGeom prst="rect">
            <a:avLst/>
          </a:prstGeom>
          <a:solidFill>
            <a:srgbClr val="1877F2"/>
          </a:solidFill>
          <a:ln/>
        </p:spPr>
      </p:sp>
      <p:sp>
        <p:nvSpPr>
          <p:cNvPr id="50" name="Text 48"/>
          <p:cNvSpPr/>
          <p:nvPr/>
        </p:nvSpPr>
        <p:spPr>
          <a:xfrm>
            <a:off x="8348472" y="2468880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201168" y="2990088"/>
            <a:ext cx="2697480" cy="1664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201168" y="2990088"/>
            <a:ext cx="91440" cy="1664208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53" name="Shape 51"/>
          <p:cNvSpPr/>
          <p:nvPr/>
        </p:nvSpPr>
        <p:spPr>
          <a:xfrm>
            <a:off x="338328" y="3099816"/>
            <a:ext cx="384048" cy="38404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54" name="Text 52"/>
          <p:cNvSpPr/>
          <p:nvPr/>
        </p:nvSpPr>
        <p:spPr>
          <a:xfrm>
            <a:off x="338328" y="3099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768096" y="3108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20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338328" y="342900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Behind the Scenes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338328" y="38862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"From idea → masterpiece"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338328" y="4315968"/>
            <a:ext cx="658368" cy="219456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59" name="Text 57"/>
          <p:cNvSpPr/>
          <p:nvPr/>
        </p:nvSpPr>
        <p:spPr>
          <a:xfrm>
            <a:off x="338328" y="431596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Reel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1069848" y="4315968"/>
            <a:ext cx="914400" cy="219456"/>
          </a:xfrm>
          <a:prstGeom prst="rect">
            <a:avLst/>
          </a:prstGeom>
          <a:solidFill>
            <a:srgbClr val="E8C99A"/>
          </a:solidFill>
          <a:ln/>
        </p:spPr>
      </p:sp>
      <p:sp>
        <p:nvSpPr>
          <p:cNvPr id="61" name="Text 59"/>
          <p:cNvSpPr/>
          <p:nvPr/>
        </p:nvSpPr>
        <p:spPr>
          <a:xfrm>
            <a:off x="1069848" y="431596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Trust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2075688" y="4315968"/>
            <a:ext cx="329184" cy="219456"/>
          </a:xfrm>
          <a:prstGeom prst="rect">
            <a:avLst/>
          </a:prstGeom>
          <a:solidFill>
            <a:srgbClr val="C13584"/>
          </a:solidFill>
          <a:ln/>
        </p:spPr>
      </p:sp>
      <p:sp>
        <p:nvSpPr>
          <p:cNvPr id="63" name="Text 61"/>
          <p:cNvSpPr/>
          <p:nvPr/>
        </p:nvSpPr>
        <p:spPr>
          <a:xfrm>
            <a:off x="2075688" y="4315968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2459736" y="4315968"/>
            <a:ext cx="329184" cy="219456"/>
          </a:xfrm>
          <a:prstGeom prst="rect">
            <a:avLst/>
          </a:prstGeom>
          <a:solidFill>
            <a:srgbClr val="010101"/>
          </a:solidFill>
          <a:ln/>
        </p:spPr>
      </p:sp>
      <p:sp>
        <p:nvSpPr>
          <p:cNvPr id="65" name="Text 63"/>
          <p:cNvSpPr/>
          <p:nvPr/>
        </p:nvSpPr>
        <p:spPr>
          <a:xfrm>
            <a:off x="2459736" y="4315968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3145536" y="2990088"/>
            <a:ext cx="2697480" cy="1664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7" name="Shape 65"/>
          <p:cNvSpPr/>
          <p:nvPr/>
        </p:nvSpPr>
        <p:spPr>
          <a:xfrm>
            <a:off x="3145536" y="2990088"/>
            <a:ext cx="91440" cy="1664208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68" name="Shape 66"/>
          <p:cNvSpPr/>
          <p:nvPr/>
        </p:nvSpPr>
        <p:spPr>
          <a:xfrm>
            <a:off x="3282696" y="3099816"/>
            <a:ext cx="384048" cy="38404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69" name="Text 67"/>
          <p:cNvSpPr/>
          <p:nvPr/>
        </p:nvSpPr>
        <p:spPr>
          <a:xfrm>
            <a:off x="3282696" y="3099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3712464" y="3108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21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3282696" y="342900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Poll: Which Art Fits?</a:t>
            </a: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3282696" y="38862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"Design A vs Design B"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3282696" y="4315968"/>
            <a:ext cx="658368" cy="219456"/>
          </a:xfrm>
          <a:prstGeom prst="rect">
            <a:avLst/>
          </a:prstGeom>
          <a:solidFill>
            <a:srgbClr val="A84862"/>
          </a:solidFill>
          <a:ln/>
        </p:spPr>
      </p:sp>
      <p:sp>
        <p:nvSpPr>
          <p:cNvPr id="74" name="Text 72"/>
          <p:cNvSpPr/>
          <p:nvPr/>
        </p:nvSpPr>
        <p:spPr>
          <a:xfrm>
            <a:off x="3282696" y="431596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4014216" y="4315968"/>
            <a:ext cx="914400" cy="219456"/>
          </a:xfrm>
          <a:prstGeom prst="rect">
            <a:avLst/>
          </a:prstGeom>
          <a:solidFill>
            <a:srgbClr val="E8C99A"/>
          </a:solidFill>
          <a:ln/>
        </p:spPr>
      </p:sp>
      <p:sp>
        <p:nvSpPr>
          <p:cNvPr id="76" name="Text 74"/>
          <p:cNvSpPr/>
          <p:nvPr/>
        </p:nvSpPr>
        <p:spPr>
          <a:xfrm>
            <a:off x="4014216" y="431596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5020056" y="4315968"/>
            <a:ext cx="329184" cy="219456"/>
          </a:xfrm>
          <a:prstGeom prst="rect">
            <a:avLst/>
          </a:prstGeom>
          <a:solidFill>
            <a:srgbClr val="C13584"/>
          </a:solidFill>
          <a:ln/>
        </p:spPr>
      </p:sp>
      <p:sp>
        <p:nvSpPr>
          <p:cNvPr id="78" name="Text 76"/>
          <p:cNvSpPr/>
          <p:nvPr/>
        </p:nvSpPr>
        <p:spPr>
          <a:xfrm>
            <a:off x="5020056" y="4315968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</a:t>
            </a:r>
            <a:endParaRPr lang="en-US" sz="750" dirty="0"/>
          </a:p>
        </p:txBody>
      </p:sp>
      <p:sp>
        <p:nvSpPr>
          <p:cNvPr id="79" name="Shape 77"/>
          <p:cNvSpPr/>
          <p:nvPr/>
        </p:nvSpPr>
        <p:spPr>
          <a:xfrm>
            <a:off x="6089904" y="2990088"/>
            <a:ext cx="2697480" cy="1664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80" name="Shape 78"/>
          <p:cNvSpPr/>
          <p:nvPr/>
        </p:nvSpPr>
        <p:spPr>
          <a:xfrm>
            <a:off x="6089904" y="2990088"/>
            <a:ext cx="91440" cy="1664208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81" name="Shape 79"/>
          <p:cNvSpPr/>
          <p:nvPr/>
        </p:nvSpPr>
        <p:spPr>
          <a:xfrm>
            <a:off x="6227064" y="3099816"/>
            <a:ext cx="384048" cy="38404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82" name="Text 80"/>
          <p:cNvSpPr/>
          <p:nvPr/>
        </p:nvSpPr>
        <p:spPr>
          <a:xfrm>
            <a:off x="6227064" y="3099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83" name="Text 81"/>
          <p:cNvSpPr/>
          <p:nvPr/>
        </p:nvSpPr>
        <p:spPr>
          <a:xfrm>
            <a:off x="6656832" y="3108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22</a:t>
            </a:r>
            <a:endParaRPr lang="en-US" sz="1000" dirty="0"/>
          </a:p>
        </p:txBody>
      </p:sp>
      <p:sp>
        <p:nvSpPr>
          <p:cNvPr id="84" name="Text 82"/>
          <p:cNvSpPr/>
          <p:nvPr/>
        </p:nvSpPr>
        <p:spPr>
          <a:xfrm>
            <a:off x="6227064" y="342900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vs Large Painting</a:t>
            </a:r>
            <a:endParaRPr lang="en-US" sz="1100" dirty="0"/>
          </a:p>
        </p:txBody>
      </p:sp>
      <p:sp>
        <p:nvSpPr>
          <p:cNvPr id="85" name="Text 83"/>
          <p:cNvSpPr/>
          <p:nvPr/>
        </p:nvSpPr>
        <p:spPr>
          <a:xfrm>
            <a:off x="6227064" y="38862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"Which size should you choose?"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6227064" y="4315968"/>
            <a:ext cx="658368" cy="219456"/>
          </a:xfrm>
          <a:prstGeom prst="rect">
            <a:avLst/>
          </a:prstGeom>
          <a:solidFill>
            <a:srgbClr val="6B4C35"/>
          </a:solidFill>
          <a:ln/>
        </p:spPr>
      </p:sp>
      <p:sp>
        <p:nvSpPr>
          <p:cNvPr id="87" name="Text 85"/>
          <p:cNvSpPr/>
          <p:nvPr/>
        </p:nvSpPr>
        <p:spPr>
          <a:xfrm>
            <a:off x="6227064" y="431596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Carousel</a:t>
            </a:r>
            <a:endParaRPr lang="en-US" sz="800" dirty="0"/>
          </a:p>
        </p:txBody>
      </p:sp>
      <p:sp>
        <p:nvSpPr>
          <p:cNvPr id="88" name="Shape 86"/>
          <p:cNvSpPr/>
          <p:nvPr/>
        </p:nvSpPr>
        <p:spPr>
          <a:xfrm>
            <a:off x="6958584" y="4315968"/>
            <a:ext cx="914400" cy="219456"/>
          </a:xfrm>
          <a:prstGeom prst="rect">
            <a:avLst/>
          </a:prstGeom>
          <a:solidFill>
            <a:srgbClr val="E8C99A"/>
          </a:solidFill>
          <a:ln/>
        </p:spPr>
      </p:sp>
      <p:sp>
        <p:nvSpPr>
          <p:cNvPr id="89" name="Text 87"/>
          <p:cNvSpPr/>
          <p:nvPr/>
        </p:nvSpPr>
        <p:spPr>
          <a:xfrm>
            <a:off x="6958584" y="431596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800" dirty="0"/>
          </a:p>
        </p:txBody>
      </p:sp>
      <p:sp>
        <p:nvSpPr>
          <p:cNvPr id="90" name="Shape 88"/>
          <p:cNvSpPr/>
          <p:nvPr/>
        </p:nvSpPr>
        <p:spPr>
          <a:xfrm>
            <a:off x="7964424" y="4315968"/>
            <a:ext cx="329184" cy="219456"/>
          </a:xfrm>
          <a:prstGeom prst="rect">
            <a:avLst/>
          </a:prstGeom>
          <a:solidFill>
            <a:srgbClr val="C13584"/>
          </a:solidFill>
          <a:ln/>
        </p:spPr>
      </p:sp>
      <p:sp>
        <p:nvSpPr>
          <p:cNvPr id="91" name="Text 89"/>
          <p:cNvSpPr/>
          <p:nvPr/>
        </p:nvSpPr>
        <p:spPr>
          <a:xfrm>
            <a:off x="7964424" y="4315968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</a:t>
            </a:r>
            <a:endParaRPr lang="en-US" sz="750" dirty="0"/>
          </a:p>
        </p:txBody>
      </p:sp>
      <p:sp>
        <p:nvSpPr>
          <p:cNvPr id="92" name="Shape 90"/>
          <p:cNvSpPr/>
          <p:nvPr/>
        </p:nvSpPr>
        <p:spPr>
          <a:xfrm>
            <a:off x="8348472" y="4315968"/>
            <a:ext cx="329184" cy="219456"/>
          </a:xfrm>
          <a:prstGeom prst="rect">
            <a:avLst/>
          </a:prstGeom>
          <a:solidFill>
            <a:srgbClr val="1877F2"/>
          </a:solidFill>
          <a:ln/>
        </p:spPr>
      </p:sp>
      <p:sp>
        <p:nvSpPr>
          <p:cNvPr id="93" name="Text 91"/>
          <p:cNvSpPr/>
          <p:nvPr/>
        </p:nvSpPr>
        <p:spPr>
          <a:xfrm>
            <a:off x="8348472" y="4315968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C469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— EID GIFTING &amp; OFFERS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E8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23–28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01168" y="1143000"/>
            <a:ext cx="2697480" cy="1664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01168" y="1143000"/>
            <a:ext cx="91440" cy="1664208"/>
          </a:xfrm>
          <a:prstGeom prst="rect">
            <a:avLst/>
          </a:prstGeom>
          <a:solidFill>
            <a:srgbClr val="C4692A"/>
          </a:solidFill>
          <a:ln/>
        </p:spPr>
      </p:sp>
      <p:sp>
        <p:nvSpPr>
          <p:cNvPr id="8" name="Shape 6"/>
          <p:cNvSpPr/>
          <p:nvPr/>
        </p:nvSpPr>
        <p:spPr>
          <a:xfrm>
            <a:off x="338328" y="1252728"/>
            <a:ext cx="384048" cy="384048"/>
          </a:xfrm>
          <a:prstGeom prst="ellipse">
            <a:avLst/>
          </a:prstGeom>
          <a:solidFill>
            <a:srgbClr val="C4692A"/>
          </a:solidFill>
          <a:ln/>
        </p:spPr>
      </p:sp>
      <p:sp>
        <p:nvSpPr>
          <p:cNvPr id="9" name="Text 7"/>
          <p:cNvSpPr/>
          <p:nvPr/>
        </p:nvSpPr>
        <p:spPr>
          <a:xfrm>
            <a:off x="338328" y="1252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68096" y="12618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23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38328" y="1581912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Home Feature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8328" y="203911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"Art House in real homes"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38328" y="2468880"/>
            <a:ext cx="658368" cy="219456"/>
          </a:xfrm>
          <a:prstGeom prst="rect">
            <a:avLst/>
          </a:prstGeom>
          <a:solidFill>
            <a:srgbClr val="A84862"/>
          </a:solidFill>
          <a:ln/>
        </p:spPr>
      </p:sp>
      <p:sp>
        <p:nvSpPr>
          <p:cNvPr id="14" name="Text 12"/>
          <p:cNvSpPr/>
          <p:nvPr/>
        </p:nvSpPr>
        <p:spPr>
          <a:xfrm>
            <a:off x="338328" y="2468880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1069848" y="2468880"/>
            <a:ext cx="914400" cy="219456"/>
          </a:xfrm>
          <a:prstGeom prst="rect">
            <a:avLst/>
          </a:prstGeom>
          <a:solidFill>
            <a:srgbClr val="E8C99A"/>
          </a:solidFill>
          <a:ln/>
        </p:spPr>
      </p:sp>
      <p:sp>
        <p:nvSpPr>
          <p:cNvPr id="16" name="Text 14"/>
          <p:cNvSpPr/>
          <p:nvPr/>
        </p:nvSpPr>
        <p:spPr>
          <a:xfrm>
            <a:off x="1069848" y="246888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Proof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075688" y="2468880"/>
            <a:ext cx="329184" cy="219456"/>
          </a:xfrm>
          <a:prstGeom prst="rect">
            <a:avLst/>
          </a:prstGeom>
          <a:solidFill>
            <a:srgbClr val="C13584"/>
          </a:solidFill>
          <a:ln/>
        </p:spPr>
      </p:sp>
      <p:sp>
        <p:nvSpPr>
          <p:cNvPr id="18" name="Text 16"/>
          <p:cNvSpPr/>
          <p:nvPr/>
        </p:nvSpPr>
        <p:spPr>
          <a:xfrm>
            <a:off x="2075688" y="2468880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2459736" y="2468880"/>
            <a:ext cx="329184" cy="219456"/>
          </a:xfrm>
          <a:prstGeom prst="rect">
            <a:avLst/>
          </a:prstGeom>
          <a:solidFill>
            <a:srgbClr val="1877F2"/>
          </a:solidFill>
          <a:ln/>
        </p:spPr>
      </p:sp>
      <p:sp>
        <p:nvSpPr>
          <p:cNvPr id="20" name="Text 18"/>
          <p:cNvSpPr/>
          <p:nvPr/>
        </p:nvSpPr>
        <p:spPr>
          <a:xfrm>
            <a:off x="2459736" y="2468880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3145536" y="1143000"/>
            <a:ext cx="2697480" cy="1664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145536" y="1143000"/>
            <a:ext cx="91440" cy="1664208"/>
          </a:xfrm>
          <a:prstGeom prst="rect">
            <a:avLst/>
          </a:prstGeom>
          <a:solidFill>
            <a:srgbClr val="C4692A"/>
          </a:solidFill>
          <a:ln/>
        </p:spPr>
      </p:sp>
      <p:sp>
        <p:nvSpPr>
          <p:cNvPr id="23" name="Shape 21"/>
          <p:cNvSpPr/>
          <p:nvPr/>
        </p:nvSpPr>
        <p:spPr>
          <a:xfrm>
            <a:off x="3282696" y="1252728"/>
            <a:ext cx="384048" cy="384048"/>
          </a:xfrm>
          <a:prstGeom prst="ellipse">
            <a:avLst/>
          </a:prstGeom>
          <a:solidFill>
            <a:srgbClr val="C4692A"/>
          </a:solidFill>
          <a:ln/>
        </p:spPr>
      </p:sp>
      <p:sp>
        <p:nvSpPr>
          <p:cNvPr id="24" name="Text 22"/>
          <p:cNvSpPr/>
          <p:nvPr/>
        </p:nvSpPr>
        <p:spPr>
          <a:xfrm>
            <a:off x="3282696" y="1252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712464" y="12618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24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282696" y="1581912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Style Wall Art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282696" y="203911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"Interior designers use this trick"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82696" y="2468880"/>
            <a:ext cx="658368" cy="219456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29" name="Text 27"/>
          <p:cNvSpPr/>
          <p:nvPr/>
        </p:nvSpPr>
        <p:spPr>
          <a:xfrm>
            <a:off x="3282696" y="2468880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Reel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014216" y="2468880"/>
            <a:ext cx="914400" cy="219456"/>
          </a:xfrm>
          <a:prstGeom prst="rect">
            <a:avLst/>
          </a:prstGeom>
          <a:solidFill>
            <a:srgbClr val="E8C99A"/>
          </a:solidFill>
          <a:ln/>
        </p:spPr>
      </p:sp>
      <p:sp>
        <p:nvSpPr>
          <p:cNvPr id="31" name="Text 29"/>
          <p:cNvSpPr/>
          <p:nvPr/>
        </p:nvSpPr>
        <p:spPr>
          <a:xfrm>
            <a:off x="4014216" y="246888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020056" y="2468880"/>
            <a:ext cx="329184" cy="219456"/>
          </a:xfrm>
          <a:prstGeom prst="rect">
            <a:avLst/>
          </a:prstGeom>
          <a:solidFill>
            <a:srgbClr val="C13584"/>
          </a:solidFill>
          <a:ln/>
        </p:spPr>
      </p:sp>
      <p:sp>
        <p:nvSpPr>
          <p:cNvPr id="33" name="Text 31"/>
          <p:cNvSpPr/>
          <p:nvPr/>
        </p:nvSpPr>
        <p:spPr>
          <a:xfrm>
            <a:off x="5020056" y="2468880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5404104" y="2468880"/>
            <a:ext cx="329184" cy="219456"/>
          </a:xfrm>
          <a:prstGeom prst="rect">
            <a:avLst/>
          </a:prstGeom>
          <a:solidFill>
            <a:srgbClr val="010101"/>
          </a:solidFill>
          <a:ln/>
        </p:spPr>
      </p:sp>
      <p:sp>
        <p:nvSpPr>
          <p:cNvPr id="35" name="Text 33"/>
          <p:cNvSpPr/>
          <p:nvPr/>
        </p:nvSpPr>
        <p:spPr>
          <a:xfrm>
            <a:off x="5404104" y="2468880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6089904" y="1143000"/>
            <a:ext cx="2697480" cy="1664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089904" y="1143000"/>
            <a:ext cx="91440" cy="1664208"/>
          </a:xfrm>
          <a:prstGeom prst="rect">
            <a:avLst/>
          </a:prstGeom>
          <a:solidFill>
            <a:srgbClr val="C4692A"/>
          </a:solidFill>
          <a:ln/>
        </p:spPr>
      </p:sp>
      <p:sp>
        <p:nvSpPr>
          <p:cNvPr id="38" name="Shape 36"/>
          <p:cNvSpPr/>
          <p:nvPr/>
        </p:nvSpPr>
        <p:spPr>
          <a:xfrm>
            <a:off x="6227064" y="1252728"/>
            <a:ext cx="384048" cy="384048"/>
          </a:xfrm>
          <a:prstGeom prst="ellipse">
            <a:avLst/>
          </a:prstGeom>
          <a:solidFill>
            <a:srgbClr val="C4692A"/>
          </a:solidFill>
          <a:ln/>
        </p:spPr>
      </p:sp>
      <p:sp>
        <p:nvSpPr>
          <p:cNvPr id="39" name="Text 37"/>
          <p:cNvSpPr/>
          <p:nvPr/>
        </p:nvSpPr>
        <p:spPr>
          <a:xfrm>
            <a:off x="6227064" y="1252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656832" y="12618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25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227064" y="1581912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Painting Offer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227064" y="203911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"Turn your idea into wall art"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227064" y="2468880"/>
            <a:ext cx="658368" cy="219456"/>
          </a:xfrm>
          <a:prstGeom prst="rect">
            <a:avLst/>
          </a:prstGeom>
          <a:solidFill>
            <a:srgbClr val="A84862"/>
          </a:solidFill>
          <a:ln/>
        </p:spPr>
      </p:sp>
      <p:sp>
        <p:nvSpPr>
          <p:cNvPr id="44" name="Text 42"/>
          <p:cNvSpPr/>
          <p:nvPr/>
        </p:nvSpPr>
        <p:spPr>
          <a:xfrm>
            <a:off x="6227064" y="2468880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6958584" y="2468880"/>
            <a:ext cx="914400" cy="219456"/>
          </a:xfrm>
          <a:prstGeom prst="rect">
            <a:avLst/>
          </a:prstGeom>
          <a:solidFill>
            <a:srgbClr val="E8C99A"/>
          </a:solidFill>
          <a:ln/>
        </p:spPr>
      </p:sp>
      <p:sp>
        <p:nvSpPr>
          <p:cNvPr id="46" name="Text 44"/>
          <p:cNvSpPr/>
          <p:nvPr/>
        </p:nvSpPr>
        <p:spPr>
          <a:xfrm>
            <a:off x="6958584" y="246888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7964424" y="2468880"/>
            <a:ext cx="329184" cy="219456"/>
          </a:xfrm>
          <a:prstGeom prst="rect">
            <a:avLst/>
          </a:prstGeom>
          <a:solidFill>
            <a:srgbClr val="C13584"/>
          </a:solidFill>
          <a:ln/>
        </p:spPr>
      </p:sp>
      <p:sp>
        <p:nvSpPr>
          <p:cNvPr id="48" name="Text 46"/>
          <p:cNvSpPr/>
          <p:nvPr/>
        </p:nvSpPr>
        <p:spPr>
          <a:xfrm>
            <a:off x="7964424" y="2468880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8348472" y="2468880"/>
            <a:ext cx="329184" cy="219456"/>
          </a:xfrm>
          <a:prstGeom prst="rect">
            <a:avLst/>
          </a:prstGeom>
          <a:solidFill>
            <a:srgbClr val="1877F2"/>
          </a:solidFill>
          <a:ln/>
        </p:spPr>
      </p:sp>
      <p:sp>
        <p:nvSpPr>
          <p:cNvPr id="50" name="Text 48"/>
          <p:cNvSpPr/>
          <p:nvPr/>
        </p:nvSpPr>
        <p:spPr>
          <a:xfrm>
            <a:off x="8348472" y="2468880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201168" y="2990088"/>
            <a:ext cx="2697480" cy="1664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201168" y="2990088"/>
            <a:ext cx="91440" cy="1664208"/>
          </a:xfrm>
          <a:prstGeom prst="rect">
            <a:avLst/>
          </a:prstGeom>
          <a:solidFill>
            <a:srgbClr val="C4692A"/>
          </a:solidFill>
          <a:ln/>
        </p:spPr>
      </p:sp>
      <p:sp>
        <p:nvSpPr>
          <p:cNvPr id="53" name="Shape 51"/>
          <p:cNvSpPr/>
          <p:nvPr/>
        </p:nvSpPr>
        <p:spPr>
          <a:xfrm>
            <a:off x="338328" y="3099816"/>
            <a:ext cx="384048" cy="384048"/>
          </a:xfrm>
          <a:prstGeom prst="ellipse">
            <a:avLst/>
          </a:prstGeom>
          <a:solidFill>
            <a:srgbClr val="C4692A"/>
          </a:solidFill>
          <a:ln/>
        </p:spPr>
      </p:sp>
      <p:sp>
        <p:nvSpPr>
          <p:cNvPr id="54" name="Text 52"/>
          <p:cNvSpPr/>
          <p:nvPr/>
        </p:nvSpPr>
        <p:spPr>
          <a:xfrm>
            <a:off x="338328" y="3099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768096" y="3108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26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338328" y="342900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Time-lapse Painting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338328" y="38862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"Speed artwork video"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338328" y="4315968"/>
            <a:ext cx="658368" cy="219456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59" name="Text 57"/>
          <p:cNvSpPr/>
          <p:nvPr/>
        </p:nvSpPr>
        <p:spPr>
          <a:xfrm>
            <a:off x="338328" y="431596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Reel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1069848" y="4315968"/>
            <a:ext cx="914400" cy="219456"/>
          </a:xfrm>
          <a:prstGeom prst="rect">
            <a:avLst/>
          </a:prstGeom>
          <a:solidFill>
            <a:srgbClr val="E8C99A"/>
          </a:solidFill>
          <a:ln/>
        </p:spPr>
      </p:sp>
      <p:sp>
        <p:nvSpPr>
          <p:cNvPr id="61" name="Text 59"/>
          <p:cNvSpPr/>
          <p:nvPr/>
        </p:nvSpPr>
        <p:spPr>
          <a:xfrm>
            <a:off x="1069848" y="431596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2075688" y="4315968"/>
            <a:ext cx="329184" cy="219456"/>
          </a:xfrm>
          <a:prstGeom prst="rect">
            <a:avLst/>
          </a:prstGeom>
          <a:solidFill>
            <a:srgbClr val="C13584"/>
          </a:solidFill>
          <a:ln/>
        </p:spPr>
      </p:sp>
      <p:sp>
        <p:nvSpPr>
          <p:cNvPr id="63" name="Text 61"/>
          <p:cNvSpPr/>
          <p:nvPr/>
        </p:nvSpPr>
        <p:spPr>
          <a:xfrm>
            <a:off x="2075688" y="4315968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2459736" y="4315968"/>
            <a:ext cx="329184" cy="219456"/>
          </a:xfrm>
          <a:prstGeom prst="rect">
            <a:avLst/>
          </a:prstGeom>
          <a:solidFill>
            <a:srgbClr val="010101"/>
          </a:solidFill>
          <a:ln/>
        </p:spPr>
      </p:sp>
      <p:sp>
        <p:nvSpPr>
          <p:cNvPr id="65" name="Text 63"/>
          <p:cNvSpPr/>
          <p:nvPr/>
        </p:nvSpPr>
        <p:spPr>
          <a:xfrm>
            <a:off x="2459736" y="4315968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3145536" y="2990088"/>
            <a:ext cx="2697480" cy="1664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7" name="Shape 65"/>
          <p:cNvSpPr/>
          <p:nvPr/>
        </p:nvSpPr>
        <p:spPr>
          <a:xfrm>
            <a:off x="3145536" y="2990088"/>
            <a:ext cx="91440" cy="1664208"/>
          </a:xfrm>
          <a:prstGeom prst="rect">
            <a:avLst/>
          </a:prstGeom>
          <a:solidFill>
            <a:srgbClr val="C4692A"/>
          </a:solidFill>
          <a:ln/>
        </p:spPr>
      </p:sp>
      <p:sp>
        <p:nvSpPr>
          <p:cNvPr id="68" name="Shape 66"/>
          <p:cNvSpPr/>
          <p:nvPr/>
        </p:nvSpPr>
        <p:spPr>
          <a:xfrm>
            <a:off x="3282696" y="3099816"/>
            <a:ext cx="384048" cy="384048"/>
          </a:xfrm>
          <a:prstGeom prst="ellipse">
            <a:avLst/>
          </a:prstGeom>
          <a:solidFill>
            <a:srgbClr val="C4692A"/>
          </a:solidFill>
          <a:ln/>
        </p:spPr>
      </p:sp>
      <p:sp>
        <p:nvSpPr>
          <p:cNvPr id="69" name="Text 67"/>
          <p:cNvSpPr/>
          <p:nvPr/>
        </p:nvSpPr>
        <p:spPr>
          <a:xfrm>
            <a:off x="3282696" y="3099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3712464" y="3108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27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3282696" y="342900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Eid Decoration Ideas</a:t>
            </a: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3282696" y="38862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"5 ways to decorate your home for Eid"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3282696" y="4315968"/>
            <a:ext cx="658368" cy="219456"/>
          </a:xfrm>
          <a:prstGeom prst="rect">
            <a:avLst/>
          </a:prstGeom>
          <a:solidFill>
            <a:srgbClr val="6B4C35"/>
          </a:solidFill>
          <a:ln/>
        </p:spPr>
      </p:sp>
      <p:sp>
        <p:nvSpPr>
          <p:cNvPr id="74" name="Text 72"/>
          <p:cNvSpPr/>
          <p:nvPr/>
        </p:nvSpPr>
        <p:spPr>
          <a:xfrm>
            <a:off x="3282696" y="431596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Carousel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4014216" y="4315968"/>
            <a:ext cx="914400" cy="219456"/>
          </a:xfrm>
          <a:prstGeom prst="rect">
            <a:avLst/>
          </a:prstGeom>
          <a:solidFill>
            <a:srgbClr val="E8C99A"/>
          </a:solidFill>
          <a:ln/>
        </p:spPr>
      </p:sp>
      <p:sp>
        <p:nvSpPr>
          <p:cNvPr id="76" name="Text 74"/>
          <p:cNvSpPr/>
          <p:nvPr/>
        </p:nvSpPr>
        <p:spPr>
          <a:xfrm>
            <a:off x="4014216" y="431596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Inspiration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5020056" y="4315968"/>
            <a:ext cx="329184" cy="219456"/>
          </a:xfrm>
          <a:prstGeom prst="rect">
            <a:avLst/>
          </a:prstGeom>
          <a:solidFill>
            <a:srgbClr val="C13584"/>
          </a:solidFill>
          <a:ln/>
        </p:spPr>
      </p:sp>
      <p:sp>
        <p:nvSpPr>
          <p:cNvPr id="78" name="Text 76"/>
          <p:cNvSpPr/>
          <p:nvPr/>
        </p:nvSpPr>
        <p:spPr>
          <a:xfrm>
            <a:off x="5020056" y="4315968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</a:t>
            </a:r>
            <a:endParaRPr lang="en-US" sz="750" dirty="0"/>
          </a:p>
        </p:txBody>
      </p:sp>
      <p:sp>
        <p:nvSpPr>
          <p:cNvPr id="79" name="Shape 77"/>
          <p:cNvSpPr/>
          <p:nvPr/>
        </p:nvSpPr>
        <p:spPr>
          <a:xfrm>
            <a:off x="5404104" y="4315968"/>
            <a:ext cx="329184" cy="219456"/>
          </a:xfrm>
          <a:prstGeom prst="rect">
            <a:avLst/>
          </a:prstGeom>
          <a:solidFill>
            <a:srgbClr val="1877F2"/>
          </a:solidFill>
          <a:ln/>
        </p:spPr>
      </p:sp>
      <p:sp>
        <p:nvSpPr>
          <p:cNvPr id="80" name="Text 78"/>
          <p:cNvSpPr/>
          <p:nvPr/>
        </p:nvSpPr>
        <p:spPr>
          <a:xfrm>
            <a:off x="5404104" y="4315968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</a:t>
            </a:r>
            <a:endParaRPr lang="en-US" sz="750" dirty="0"/>
          </a:p>
        </p:txBody>
      </p:sp>
      <p:sp>
        <p:nvSpPr>
          <p:cNvPr id="81" name="Shape 79"/>
          <p:cNvSpPr/>
          <p:nvPr/>
        </p:nvSpPr>
        <p:spPr>
          <a:xfrm>
            <a:off x="6089904" y="2990088"/>
            <a:ext cx="2697480" cy="1664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82" name="Shape 80"/>
          <p:cNvSpPr/>
          <p:nvPr/>
        </p:nvSpPr>
        <p:spPr>
          <a:xfrm>
            <a:off x="6089904" y="2990088"/>
            <a:ext cx="91440" cy="1664208"/>
          </a:xfrm>
          <a:prstGeom prst="rect">
            <a:avLst/>
          </a:prstGeom>
          <a:solidFill>
            <a:srgbClr val="C4692A"/>
          </a:solidFill>
          <a:ln/>
        </p:spPr>
      </p:sp>
      <p:sp>
        <p:nvSpPr>
          <p:cNvPr id="83" name="Shape 81"/>
          <p:cNvSpPr/>
          <p:nvPr/>
        </p:nvSpPr>
        <p:spPr>
          <a:xfrm>
            <a:off x="6227064" y="3099816"/>
            <a:ext cx="384048" cy="384048"/>
          </a:xfrm>
          <a:prstGeom prst="ellipse">
            <a:avLst/>
          </a:prstGeom>
          <a:solidFill>
            <a:srgbClr val="C4692A"/>
          </a:solidFill>
          <a:ln/>
        </p:spPr>
      </p:sp>
      <p:sp>
        <p:nvSpPr>
          <p:cNvPr id="84" name="Text 82"/>
          <p:cNvSpPr/>
          <p:nvPr/>
        </p:nvSpPr>
        <p:spPr>
          <a:xfrm>
            <a:off x="6227064" y="3099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85" name="Text 83"/>
          <p:cNvSpPr/>
          <p:nvPr/>
        </p:nvSpPr>
        <p:spPr>
          <a:xfrm>
            <a:off x="6656832" y="3108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28</a:t>
            </a:r>
            <a:endParaRPr lang="en-US" sz="1000" dirty="0"/>
          </a:p>
        </p:txBody>
      </p:sp>
      <p:sp>
        <p:nvSpPr>
          <p:cNvPr id="86" name="Text 84"/>
          <p:cNvSpPr/>
          <p:nvPr/>
        </p:nvSpPr>
        <p:spPr>
          <a:xfrm>
            <a:off x="6227064" y="342900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Eid Offer</a:t>
            </a:r>
            <a:endParaRPr lang="en-US" sz="1100" dirty="0"/>
          </a:p>
        </p:txBody>
      </p:sp>
      <p:sp>
        <p:nvSpPr>
          <p:cNvPr id="87" name="Text 85"/>
          <p:cNvSpPr/>
          <p:nvPr/>
        </p:nvSpPr>
        <p:spPr>
          <a:xfrm>
            <a:off x="6227064" y="38862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"Eid Special Discount"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6227064" y="4315968"/>
            <a:ext cx="658368" cy="219456"/>
          </a:xfrm>
          <a:prstGeom prst="rect">
            <a:avLst/>
          </a:prstGeom>
          <a:solidFill>
            <a:srgbClr val="A84862"/>
          </a:solidFill>
          <a:ln/>
        </p:spPr>
      </p:sp>
      <p:sp>
        <p:nvSpPr>
          <p:cNvPr id="89" name="Text 87"/>
          <p:cNvSpPr/>
          <p:nvPr/>
        </p:nvSpPr>
        <p:spPr>
          <a:xfrm>
            <a:off x="6227064" y="431596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</a:t>
            </a:r>
            <a:endParaRPr lang="en-US" sz="800" dirty="0"/>
          </a:p>
        </p:txBody>
      </p:sp>
      <p:sp>
        <p:nvSpPr>
          <p:cNvPr id="90" name="Shape 88"/>
          <p:cNvSpPr/>
          <p:nvPr/>
        </p:nvSpPr>
        <p:spPr>
          <a:xfrm>
            <a:off x="6958584" y="4315968"/>
            <a:ext cx="914400" cy="219456"/>
          </a:xfrm>
          <a:prstGeom prst="rect">
            <a:avLst/>
          </a:prstGeom>
          <a:solidFill>
            <a:srgbClr val="E8C99A"/>
          </a:solidFill>
          <a:ln/>
        </p:spPr>
      </p:sp>
      <p:sp>
        <p:nvSpPr>
          <p:cNvPr id="91" name="Text 89"/>
          <p:cNvSpPr/>
          <p:nvPr/>
        </p:nvSpPr>
        <p:spPr>
          <a:xfrm>
            <a:off x="6958584" y="431596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800" dirty="0"/>
          </a:p>
        </p:txBody>
      </p:sp>
      <p:sp>
        <p:nvSpPr>
          <p:cNvPr id="92" name="Shape 90"/>
          <p:cNvSpPr/>
          <p:nvPr/>
        </p:nvSpPr>
        <p:spPr>
          <a:xfrm>
            <a:off x="7964424" y="4315968"/>
            <a:ext cx="329184" cy="219456"/>
          </a:xfrm>
          <a:prstGeom prst="rect">
            <a:avLst/>
          </a:prstGeom>
          <a:solidFill>
            <a:srgbClr val="C13584"/>
          </a:solidFill>
          <a:ln/>
        </p:spPr>
      </p:sp>
      <p:sp>
        <p:nvSpPr>
          <p:cNvPr id="93" name="Text 91"/>
          <p:cNvSpPr/>
          <p:nvPr/>
        </p:nvSpPr>
        <p:spPr>
          <a:xfrm>
            <a:off x="7964424" y="4315968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</a:t>
            </a:r>
            <a:endParaRPr lang="en-US" sz="750" dirty="0"/>
          </a:p>
        </p:txBody>
      </p:sp>
      <p:sp>
        <p:nvSpPr>
          <p:cNvPr id="94" name="Shape 92"/>
          <p:cNvSpPr/>
          <p:nvPr/>
        </p:nvSpPr>
        <p:spPr>
          <a:xfrm>
            <a:off x="8348472" y="4315968"/>
            <a:ext cx="329184" cy="219456"/>
          </a:xfrm>
          <a:prstGeom prst="rect">
            <a:avLst/>
          </a:prstGeom>
          <a:solidFill>
            <a:srgbClr val="1877F2"/>
          </a:solidFill>
          <a:ln/>
        </p:spPr>
      </p:sp>
      <p:sp>
        <p:nvSpPr>
          <p:cNvPr id="95" name="Text 93"/>
          <p:cNvSpPr/>
          <p:nvPr/>
        </p:nvSpPr>
        <p:spPr>
          <a:xfrm>
            <a:off x="8348472" y="4315968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6B4C3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— INSPIRATION &amp; BRAND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E8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29–Apr 3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01168" y="1143000"/>
            <a:ext cx="2697480" cy="1664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01168" y="1143000"/>
            <a:ext cx="91440" cy="1664208"/>
          </a:xfrm>
          <a:prstGeom prst="rect">
            <a:avLst/>
          </a:prstGeom>
          <a:solidFill>
            <a:srgbClr val="6B4C35"/>
          </a:solidFill>
          <a:ln/>
        </p:spPr>
      </p:sp>
      <p:sp>
        <p:nvSpPr>
          <p:cNvPr id="8" name="Shape 6"/>
          <p:cNvSpPr/>
          <p:nvPr/>
        </p:nvSpPr>
        <p:spPr>
          <a:xfrm>
            <a:off x="338328" y="1252728"/>
            <a:ext cx="384048" cy="384048"/>
          </a:xfrm>
          <a:prstGeom prst="ellipse">
            <a:avLst/>
          </a:prstGeom>
          <a:solidFill>
            <a:srgbClr val="6B4C35"/>
          </a:solidFill>
          <a:ln/>
        </p:spPr>
      </p:sp>
      <p:sp>
        <p:nvSpPr>
          <p:cNvPr id="9" name="Text 7"/>
          <p:cNvSpPr/>
          <p:nvPr/>
        </p:nvSpPr>
        <p:spPr>
          <a:xfrm>
            <a:off x="338328" y="1252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68096" y="12618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29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38328" y="1581912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Packaging Orders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8328" y="203911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"Premium packaging experience"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38328" y="2468880"/>
            <a:ext cx="658368" cy="219456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4" name="Text 12"/>
          <p:cNvSpPr/>
          <p:nvPr/>
        </p:nvSpPr>
        <p:spPr>
          <a:xfrm>
            <a:off x="338328" y="2468880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Reel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1069848" y="2468880"/>
            <a:ext cx="914400" cy="219456"/>
          </a:xfrm>
          <a:prstGeom prst="rect">
            <a:avLst/>
          </a:prstGeom>
          <a:solidFill>
            <a:srgbClr val="E8C99A"/>
          </a:solidFill>
          <a:ln/>
        </p:spPr>
      </p:sp>
      <p:sp>
        <p:nvSpPr>
          <p:cNvPr id="16" name="Text 14"/>
          <p:cNvSpPr/>
          <p:nvPr/>
        </p:nvSpPr>
        <p:spPr>
          <a:xfrm>
            <a:off x="1069848" y="246888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075688" y="2468880"/>
            <a:ext cx="329184" cy="219456"/>
          </a:xfrm>
          <a:prstGeom prst="rect">
            <a:avLst/>
          </a:prstGeom>
          <a:solidFill>
            <a:srgbClr val="C13584"/>
          </a:solidFill>
          <a:ln/>
        </p:spPr>
      </p:sp>
      <p:sp>
        <p:nvSpPr>
          <p:cNvPr id="18" name="Text 16"/>
          <p:cNvSpPr/>
          <p:nvPr/>
        </p:nvSpPr>
        <p:spPr>
          <a:xfrm>
            <a:off x="2075688" y="2468880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2459736" y="2468880"/>
            <a:ext cx="329184" cy="219456"/>
          </a:xfrm>
          <a:prstGeom prst="rect">
            <a:avLst/>
          </a:prstGeom>
          <a:solidFill>
            <a:srgbClr val="010101"/>
          </a:solidFill>
          <a:ln/>
        </p:spPr>
      </p:sp>
      <p:sp>
        <p:nvSpPr>
          <p:cNvPr id="20" name="Text 18"/>
          <p:cNvSpPr/>
          <p:nvPr/>
        </p:nvSpPr>
        <p:spPr>
          <a:xfrm>
            <a:off x="2459736" y="2468880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3145536" y="1143000"/>
            <a:ext cx="2697480" cy="1664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145536" y="1143000"/>
            <a:ext cx="91440" cy="1664208"/>
          </a:xfrm>
          <a:prstGeom prst="rect">
            <a:avLst/>
          </a:prstGeom>
          <a:solidFill>
            <a:srgbClr val="6B4C35"/>
          </a:solidFill>
          <a:ln/>
        </p:spPr>
      </p:sp>
      <p:sp>
        <p:nvSpPr>
          <p:cNvPr id="23" name="Shape 21"/>
          <p:cNvSpPr/>
          <p:nvPr/>
        </p:nvSpPr>
        <p:spPr>
          <a:xfrm>
            <a:off x="3282696" y="1252728"/>
            <a:ext cx="384048" cy="384048"/>
          </a:xfrm>
          <a:prstGeom prst="ellipse">
            <a:avLst/>
          </a:prstGeom>
          <a:solidFill>
            <a:srgbClr val="6B4C35"/>
          </a:solidFill>
          <a:ln/>
        </p:spPr>
      </p:sp>
      <p:sp>
        <p:nvSpPr>
          <p:cNvPr id="24" name="Text 22"/>
          <p:cNvSpPr/>
          <p:nvPr/>
        </p:nvSpPr>
        <p:spPr>
          <a:xfrm>
            <a:off x="3282696" y="1252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712464" y="12618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30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282696" y="1581912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Gift for Eid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282696" y="203911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gift they will keep forever"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82696" y="2468880"/>
            <a:ext cx="658368" cy="219456"/>
          </a:xfrm>
          <a:prstGeom prst="rect">
            <a:avLst/>
          </a:prstGeom>
          <a:solidFill>
            <a:srgbClr val="6B4C35"/>
          </a:solidFill>
          <a:ln/>
        </p:spPr>
      </p:sp>
      <p:sp>
        <p:nvSpPr>
          <p:cNvPr id="29" name="Text 27"/>
          <p:cNvSpPr/>
          <p:nvPr/>
        </p:nvSpPr>
        <p:spPr>
          <a:xfrm>
            <a:off x="3282696" y="2468880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Carousel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014216" y="2468880"/>
            <a:ext cx="914400" cy="219456"/>
          </a:xfrm>
          <a:prstGeom prst="rect">
            <a:avLst/>
          </a:prstGeom>
          <a:solidFill>
            <a:srgbClr val="E8C99A"/>
          </a:solidFill>
          <a:ln/>
        </p:spPr>
      </p:sp>
      <p:sp>
        <p:nvSpPr>
          <p:cNvPr id="31" name="Text 29"/>
          <p:cNvSpPr/>
          <p:nvPr/>
        </p:nvSpPr>
        <p:spPr>
          <a:xfrm>
            <a:off x="4014216" y="246888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020056" y="2468880"/>
            <a:ext cx="329184" cy="219456"/>
          </a:xfrm>
          <a:prstGeom prst="rect">
            <a:avLst/>
          </a:prstGeom>
          <a:solidFill>
            <a:srgbClr val="C13584"/>
          </a:solidFill>
          <a:ln/>
        </p:spPr>
      </p:sp>
      <p:sp>
        <p:nvSpPr>
          <p:cNvPr id="33" name="Text 31"/>
          <p:cNvSpPr/>
          <p:nvPr/>
        </p:nvSpPr>
        <p:spPr>
          <a:xfrm>
            <a:off x="5020056" y="2468880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5404104" y="2468880"/>
            <a:ext cx="329184" cy="219456"/>
          </a:xfrm>
          <a:prstGeom prst="rect">
            <a:avLst/>
          </a:prstGeom>
          <a:solidFill>
            <a:srgbClr val="1877F2"/>
          </a:solidFill>
          <a:ln/>
        </p:spPr>
      </p:sp>
      <p:sp>
        <p:nvSpPr>
          <p:cNvPr id="35" name="Text 33"/>
          <p:cNvSpPr/>
          <p:nvPr/>
        </p:nvSpPr>
        <p:spPr>
          <a:xfrm>
            <a:off x="5404104" y="2468880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6089904" y="1143000"/>
            <a:ext cx="2697480" cy="1664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089904" y="1143000"/>
            <a:ext cx="91440" cy="1664208"/>
          </a:xfrm>
          <a:prstGeom prst="rect">
            <a:avLst/>
          </a:prstGeom>
          <a:solidFill>
            <a:srgbClr val="6B4C35"/>
          </a:solidFill>
          <a:ln/>
        </p:spPr>
      </p:sp>
      <p:sp>
        <p:nvSpPr>
          <p:cNvPr id="38" name="Shape 36"/>
          <p:cNvSpPr/>
          <p:nvPr/>
        </p:nvSpPr>
        <p:spPr>
          <a:xfrm>
            <a:off x="6227064" y="1252728"/>
            <a:ext cx="384048" cy="384048"/>
          </a:xfrm>
          <a:prstGeom prst="ellipse">
            <a:avLst/>
          </a:prstGeom>
          <a:solidFill>
            <a:srgbClr val="6B4C35"/>
          </a:solidFill>
          <a:ln/>
        </p:spPr>
      </p:sp>
      <p:sp>
        <p:nvSpPr>
          <p:cNvPr id="39" name="Text 37"/>
          <p:cNvSpPr/>
          <p:nvPr/>
        </p:nvSpPr>
        <p:spPr>
          <a:xfrm>
            <a:off x="6227064" y="1252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656832" y="12618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31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227064" y="1581912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Designer Story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227064" y="203911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"Meet the artist behind Art House"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227064" y="2468880"/>
            <a:ext cx="658368" cy="219456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44" name="Text 42"/>
          <p:cNvSpPr/>
          <p:nvPr/>
        </p:nvSpPr>
        <p:spPr>
          <a:xfrm>
            <a:off x="6227064" y="2468880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Reel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6958584" y="2468880"/>
            <a:ext cx="914400" cy="219456"/>
          </a:xfrm>
          <a:prstGeom prst="rect">
            <a:avLst/>
          </a:prstGeom>
          <a:solidFill>
            <a:srgbClr val="E8C99A"/>
          </a:solidFill>
          <a:ln/>
        </p:spPr>
      </p:sp>
      <p:sp>
        <p:nvSpPr>
          <p:cNvPr id="46" name="Text 44"/>
          <p:cNvSpPr/>
          <p:nvPr/>
        </p:nvSpPr>
        <p:spPr>
          <a:xfrm>
            <a:off x="6958584" y="246888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7964424" y="2468880"/>
            <a:ext cx="329184" cy="219456"/>
          </a:xfrm>
          <a:prstGeom prst="rect">
            <a:avLst/>
          </a:prstGeom>
          <a:solidFill>
            <a:srgbClr val="C13584"/>
          </a:solidFill>
          <a:ln/>
        </p:spPr>
      </p:sp>
      <p:sp>
        <p:nvSpPr>
          <p:cNvPr id="48" name="Text 46"/>
          <p:cNvSpPr/>
          <p:nvPr/>
        </p:nvSpPr>
        <p:spPr>
          <a:xfrm>
            <a:off x="7964424" y="2468880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8348472" y="2468880"/>
            <a:ext cx="329184" cy="219456"/>
          </a:xfrm>
          <a:prstGeom prst="rect">
            <a:avLst/>
          </a:prstGeom>
          <a:solidFill>
            <a:srgbClr val="010101"/>
          </a:solidFill>
          <a:ln/>
        </p:spPr>
      </p:sp>
      <p:sp>
        <p:nvSpPr>
          <p:cNvPr id="50" name="Text 48"/>
          <p:cNvSpPr/>
          <p:nvPr/>
        </p:nvSpPr>
        <p:spPr>
          <a:xfrm>
            <a:off x="8348472" y="2468880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201168" y="2990088"/>
            <a:ext cx="2697480" cy="1664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201168" y="2990088"/>
            <a:ext cx="91440" cy="1664208"/>
          </a:xfrm>
          <a:prstGeom prst="rect">
            <a:avLst/>
          </a:prstGeom>
          <a:solidFill>
            <a:srgbClr val="6B4C35"/>
          </a:solidFill>
          <a:ln/>
        </p:spPr>
      </p:sp>
      <p:sp>
        <p:nvSpPr>
          <p:cNvPr id="53" name="Shape 51"/>
          <p:cNvSpPr/>
          <p:nvPr/>
        </p:nvSpPr>
        <p:spPr>
          <a:xfrm>
            <a:off x="338328" y="3099816"/>
            <a:ext cx="384048" cy="384048"/>
          </a:xfrm>
          <a:prstGeom prst="ellipse">
            <a:avLst/>
          </a:prstGeom>
          <a:solidFill>
            <a:srgbClr val="6B4C35"/>
          </a:solidFill>
          <a:ln/>
        </p:spPr>
      </p:sp>
      <p:sp>
        <p:nvSpPr>
          <p:cNvPr id="54" name="Text 52"/>
          <p:cNvSpPr/>
          <p:nvPr/>
        </p:nvSpPr>
        <p:spPr>
          <a:xfrm>
            <a:off x="338328" y="3099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768096" y="3108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1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338328" y="342900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 Art Placement Guide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338328" y="38862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"Living room / bedroom / hallway"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338328" y="4315968"/>
            <a:ext cx="658368" cy="219456"/>
          </a:xfrm>
          <a:prstGeom prst="rect">
            <a:avLst/>
          </a:prstGeom>
          <a:solidFill>
            <a:srgbClr val="6B4C35"/>
          </a:solidFill>
          <a:ln/>
        </p:spPr>
      </p:sp>
      <p:sp>
        <p:nvSpPr>
          <p:cNvPr id="59" name="Text 57"/>
          <p:cNvSpPr/>
          <p:nvPr/>
        </p:nvSpPr>
        <p:spPr>
          <a:xfrm>
            <a:off x="338328" y="431596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Carousel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1069848" y="4315968"/>
            <a:ext cx="914400" cy="219456"/>
          </a:xfrm>
          <a:prstGeom prst="rect">
            <a:avLst/>
          </a:prstGeom>
          <a:solidFill>
            <a:srgbClr val="E8C99A"/>
          </a:solidFill>
          <a:ln/>
        </p:spPr>
      </p:sp>
      <p:sp>
        <p:nvSpPr>
          <p:cNvPr id="61" name="Text 59"/>
          <p:cNvSpPr/>
          <p:nvPr/>
        </p:nvSpPr>
        <p:spPr>
          <a:xfrm>
            <a:off x="1069848" y="431596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2075688" y="4315968"/>
            <a:ext cx="329184" cy="219456"/>
          </a:xfrm>
          <a:prstGeom prst="rect">
            <a:avLst/>
          </a:prstGeom>
          <a:solidFill>
            <a:srgbClr val="C13584"/>
          </a:solidFill>
          <a:ln/>
        </p:spPr>
      </p:sp>
      <p:sp>
        <p:nvSpPr>
          <p:cNvPr id="63" name="Text 61"/>
          <p:cNvSpPr/>
          <p:nvPr/>
        </p:nvSpPr>
        <p:spPr>
          <a:xfrm>
            <a:off x="2075688" y="4315968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2459736" y="4315968"/>
            <a:ext cx="329184" cy="219456"/>
          </a:xfrm>
          <a:prstGeom prst="rect">
            <a:avLst/>
          </a:prstGeom>
          <a:solidFill>
            <a:srgbClr val="1877F2"/>
          </a:solidFill>
          <a:ln/>
        </p:spPr>
      </p:sp>
      <p:sp>
        <p:nvSpPr>
          <p:cNvPr id="65" name="Text 63"/>
          <p:cNvSpPr/>
          <p:nvPr/>
        </p:nvSpPr>
        <p:spPr>
          <a:xfrm>
            <a:off x="2459736" y="4315968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3145536" y="2990088"/>
            <a:ext cx="2697480" cy="1664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7" name="Shape 65"/>
          <p:cNvSpPr/>
          <p:nvPr/>
        </p:nvSpPr>
        <p:spPr>
          <a:xfrm>
            <a:off x="3145536" y="2990088"/>
            <a:ext cx="91440" cy="1664208"/>
          </a:xfrm>
          <a:prstGeom prst="rect">
            <a:avLst/>
          </a:prstGeom>
          <a:solidFill>
            <a:srgbClr val="6B4C35"/>
          </a:solidFill>
          <a:ln/>
        </p:spPr>
      </p:sp>
      <p:sp>
        <p:nvSpPr>
          <p:cNvPr id="68" name="Shape 66"/>
          <p:cNvSpPr/>
          <p:nvPr/>
        </p:nvSpPr>
        <p:spPr>
          <a:xfrm>
            <a:off x="3282696" y="3099816"/>
            <a:ext cx="384048" cy="384048"/>
          </a:xfrm>
          <a:prstGeom prst="ellipse">
            <a:avLst/>
          </a:prstGeom>
          <a:solidFill>
            <a:srgbClr val="6B4C35"/>
          </a:solidFill>
          <a:ln/>
        </p:spPr>
      </p:sp>
      <p:sp>
        <p:nvSpPr>
          <p:cNvPr id="69" name="Text 67"/>
          <p:cNvSpPr/>
          <p:nvPr/>
        </p:nvSpPr>
        <p:spPr>
          <a:xfrm>
            <a:off x="3282696" y="3099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3712464" y="3108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2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3282696" y="342900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Reaction</a:t>
            </a: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3282696" y="38862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"Client receiving artwork"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3282696" y="4315968"/>
            <a:ext cx="658368" cy="219456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74" name="Text 72"/>
          <p:cNvSpPr/>
          <p:nvPr/>
        </p:nvSpPr>
        <p:spPr>
          <a:xfrm>
            <a:off x="3282696" y="431596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Reel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4014216" y="4315968"/>
            <a:ext cx="914400" cy="219456"/>
          </a:xfrm>
          <a:prstGeom prst="rect">
            <a:avLst/>
          </a:prstGeom>
          <a:solidFill>
            <a:srgbClr val="E8C99A"/>
          </a:solidFill>
          <a:ln/>
        </p:spPr>
      </p:sp>
      <p:sp>
        <p:nvSpPr>
          <p:cNvPr id="76" name="Text 74"/>
          <p:cNvSpPr/>
          <p:nvPr/>
        </p:nvSpPr>
        <p:spPr>
          <a:xfrm>
            <a:off x="4014216" y="431596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5020056" y="4315968"/>
            <a:ext cx="329184" cy="219456"/>
          </a:xfrm>
          <a:prstGeom prst="rect">
            <a:avLst/>
          </a:prstGeom>
          <a:solidFill>
            <a:srgbClr val="C13584"/>
          </a:solidFill>
          <a:ln/>
        </p:spPr>
      </p:sp>
      <p:sp>
        <p:nvSpPr>
          <p:cNvPr id="78" name="Text 76"/>
          <p:cNvSpPr/>
          <p:nvPr/>
        </p:nvSpPr>
        <p:spPr>
          <a:xfrm>
            <a:off x="5020056" y="4315968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</a:t>
            </a:r>
            <a:endParaRPr lang="en-US" sz="750" dirty="0"/>
          </a:p>
        </p:txBody>
      </p:sp>
      <p:sp>
        <p:nvSpPr>
          <p:cNvPr id="79" name="Shape 77"/>
          <p:cNvSpPr/>
          <p:nvPr/>
        </p:nvSpPr>
        <p:spPr>
          <a:xfrm>
            <a:off x="5404104" y="4315968"/>
            <a:ext cx="329184" cy="219456"/>
          </a:xfrm>
          <a:prstGeom prst="rect">
            <a:avLst/>
          </a:prstGeom>
          <a:solidFill>
            <a:srgbClr val="010101"/>
          </a:solidFill>
          <a:ln/>
        </p:spPr>
      </p:sp>
      <p:sp>
        <p:nvSpPr>
          <p:cNvPr id="80" name="Text 78"/>
          <p:cNvSpPr/>
          <p:nvPr/>
        </p:nvSpPr>
        <p:spPr>
          <a:xfrm>
            <a:off x="5404104" y="4315968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</a:t>
            </a:r>
            <a:endParaRPr lang="en-US" sz="750" dirty="0"/>
          </a:p>
        </p:txBody>
      </p:sp>
      <p:sp>
        <p:nvSpPr>
          <p:cNvPr id="81" name="Shape 79"/>
          <p:cNvSpPr/>
          <p:nvPr/>
        </p:nvSpPr>
        <p:spPr>
          <a:xfrm>
            <a:off x="6089904" y="2990088"/>
            <a:ext cx="2697480" cy="1664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82" name="Shape 80"/>
          <p:cNvSpPr/>
          <p:nvPr/>
        </p:nvSpPr>
        <p:spPr>
          <a:xfrm>
            <a:off x="6089904" y="2990088"/>
            <a:ext cx="91440" cy="1664208"/>
          </a:xfrm>
          <a:prstGeom prst="rect">
            <a:avLst/>
          </a:prstGeom>
          <a:solidFill>
            <a:srgbClr val="6B4C35"/>
          </a:solidFill>
          <a:ln/>
        </p:spPr>
      </p:sp>
      <p:sp>
        <p:nvSpPr>
          <p:cNvPr id="83" name="Shape 81"/>
          <p:cNvSpPr/>
          <p:nvPr/>
        </p:nvSpPr>
        <p:spPr>
          <a:xfrm>
            <a:off x="6227064" y="3099816"/>
            <a:ext cx="384048" cy="384048"/>
          </a:xfrm>
          <a:prstGeom prst="ellipse">
            <a:avLst/>
          </a:prstGeom>
          <a:solidFill>
            <a:srgbClr val="6B4C35"/>
          </a:solidFill>
          <a:ln/>
        </p:spPr>
      </p:sp>
      <p:sp>
        <p:nvSpPr>
          <p:cNvPr id="84" name="Text 82"/>
          <p:cNvSpPr/>
          <p:nvPr/>
        </p:nvSpPr>
        <p:spPr>
          <a:xfrm>
            <a:off x="6227064" y="3099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100" dirty="0"/>
          </a:p>
        </p:txBody>
      </p:sp>
      <p:sp>
        <p:nvSpPr>
          <p:cNvPr id="85" name="Text 83"/>
          <p:cNvSpPr/>
          <p:nvPr/>
        </p:nvSpPr>
        <p:spPr>
          <a:xfrm>
            <a:off x="6656832" y="3108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3</a:t>
            </a:r>
            <a:endParaRPr lang="en-US" sz="1000" dirty="0"/>
          </a:p>
        </p:txBody>
      </p:sp>
      <p:sp>
        <p:nvSpPr>
          <p:cNvPr id="86" name="Text 84"/>
          <p:cNvSpPr/>
          <p:nvPr/>
        </p:nvSpPr>
        <p:spPr>
          <a:xfrm>
            <a:off x="6227064" y="342900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Trending Styles 2026</a:t>
            </a:r>
            <a:endParaRPr lang="en-US" sz="1100" dirty="0"/>
          </a:p>
        </p:txBody>
      </p:sp>
      <p:sp>
        <p:nvSpPr>
          <p:cNvPr id="87" name="Text 85"/>
          <p:cNvSpPr/>
          <p:nvPr/>
        </p:nvSpPr>
        <p:spPr>
          <a:xfrm>
            <a:off x="6227064" y="38862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"Modern decor trends"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6227064" y="4315968"/>
            <a:ext cx="658368" cy="219456"/>
          </a:xfrm>
          <a:prstGeom prst="rect">
            <a:avLst/>
          </a:prstGeom>
          <a:solidFill>
            <a:srgbClr val="6B4C35"/>
          </a:solidFill>
          <a:ln/>
        </p:spPr>
      </p:sp>
      <p:sp>
        <p:nvSpPr>
          <p:cNvPr id="89" name="Text 87"/>
          <p:cNvSpPr/>
          <p:nvPr/>
        </p:nvSpPr>
        <p:spPr>
          <a:xfrm>
            <a:off x="6227064" y="431596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Carousel</a:t>
            </a:r>
            <a:endParaRPr lang="en-US" sz="800" dirty="0"/>
          </a:p>
        </p:txBody>
      </p:sp>
      <p:sp>
        <p:nvSpPr>
          <p:cNvPr id="90" name="Shape 88"/>
          <p:cNvSpPr/>
          <p:nvPr/>
        </p:nvSpPr>
        <p:spPr>
          <a:xfrm>
            <a:off x="6958584" y="4315968"/>
            <a:ext cx="914400" cy="219456"/>
          </a:xfrm>
          <a:prstGeom prst="rect">
            <a:avLst/>
          </a:prstGeom>
          <a:solidFill>
            <a:srgbClr val="E8C99A"/>
          </a:solidFill>
          <a:ln/>
        </p:spPr>
      </p:sp>
      <p:sp>
        <p:nvSpPr>
          <p:cNvPr id="91" name="Text 89"/>
          <p:cNvSpPr/>
          <p:nvPr/>
        </p:nvSpPr>
        <p:spPr>
          <a:xfrm>
            <a:off x="6958584" y="431596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</a:t>
            </a:r>
            <a:endParaRPr lang="en-US" sz="800" dirty="0"/>
          </a:p>
        </p:txBody>
      </p:sp>
      <p:sp>
        <p:nvSpPr>
          <p:cNvPr id="92" name="Shape 90"/>
          <p:cNvSpPr/>
          <p:nvPr/>
        </p:nvSpPr>
        <p:spPr>
          <a:xfrm>
            <a:off x="7964424" y="4315968"/>
            <a:ext cx="329184" cy="219456"/>
          </a:xfrm>
          <a:prstGeom prst="rect">
            <a:avLst/>
          </a:prstGeom>
          <a:solidFill>
            <a:srgbClr val="C13584"/>
          </a:solidFill>
          <a:ln/>
        </p:spPr>
      </p:sp>
      <p:sp>
        <p:nvSpPr>
          <p:cNvPr id="93" name="Text 91"/>
          <p:cNvSpPr/>
          <p:nvPr/>
        </p:nvSpPr>
        <p:spPr>
          <a:xfrm>
            <a:off x="7964424" y="4315968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</a:t>
            </a:r>
            <a:endParaRPr lang="en-US" sz="750" dirty="0"/>
          </a:p>
        </p:txBody>
      </p:sp>
      <p:sp>
        <p:nvSpPr>
          <p:cNvPr id="94" name="Shape 92"/>
          <p:cNvSpPr/>
          <p:nvPr/>
        </p:nvSpPr>
        <p:spPr>
          <a:xfrm>
            <a:off x="8348472" y="4315968"/>
            <a:ext cx="329184" cy="219456"/>
          </a:xfrm>
          <a:prstGeom prst="rect">
            <a:avLst/>
          </a:prstGeom>
          <a:solidFill>
            <a:srgbClr val="1877F2"/>
          </a:solidFill>
          <a:ln/>
        </p:spPr>
      </p:sp>
      <p:sp>
        <p:nvSpPr>
          <p:cNvPr id="95" name="Text 93"/>
          <p:cNvSpPr/>
          <p:nvPr/>
        </p:nvSpPr>
        <p:spPr>
          <a:xfrm>
            <a:off x="8348472" y="4315968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A8486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— MOTHER'S DAY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E8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4–10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01168" y="1143000"/>
            <a:ext cx="2697480" cy="1664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01168" y="1143000"/>
            <a:ext cx="91440" cy="1664208"/>
          </a:xfrm>
          <a:prstGeom prst="rect">
            <a:avLst/>
          </a:prstGeom>
          <a:solidFill>
            <a:srgbClr val="A84862"/>
          </a:solidFill>
          <a:ln/>
        </p:spPr>
      </p:sp>
      <p:sp>
        <p:nvSpPr>
          <p:cNvPr id="8" name="Shape 6"/>
          <p:cNvSpPr/>
          <p:nvPr/>
        </p:nvSpPr>
        <p:spPr>
          <a:xfrm>
            <a:off x="338328" y="1252728"/>
            <a:ext cx="384048" cy="384048"/>
          </a:xfrm>
          <a:prstGeom prst="ellipse">
            <a:avLst/>
          </a:prstGeom>
          <a:solidFill>
            <a:srgbClr val="A84862"/>
          </a:solidFill>
          <a:ln/>
        </p:spPr>
      </p:sp>
      <p:sp>
        <p:nvSpPr>
          <p:cNvPr id="9" name="Text 7"/>
          <p:cNvSpPr/>
          <p:nvPr/>
        </p:nvSpPr>
        <p:spPr>
          <a:xfrm>
            <a:off x="338328" y="1252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68096" y="12618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4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38328" y="1581912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Mother's Day Teaser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8328" y="203911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"Something special is coming for moms"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38328" y="2468880"/>
            <a:ext cx="658368" cy="219456"/>
          </a:xfrm>
          <a:prstGeom prst="rect">
            <a:avLst/>
          </a:prstGeom>
          <a:solidFill>
            <a:srgbClr val="A84862"/>
          </a:solidFill>
          <a:ln/>
        </p:spPr>
      </p:sp>
      <p:sp>
        <p:nvSpPr>
          <p:cNvPr id="14" name="Text 12"/>
          <p:cNvSpPr/>
          <p:nvPr/>
        </p:nvSpPr>
        <p:spPr>
          <a:xfrm>
            <a:off x="338328" y="2468880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1069848" y="2468880"/>
            <a:ext cx="914400" cy="219456"/>
          </a:xfrm>
          <a:prstGeom prst="rect">
            <a:avLst/>
          </a:prstGeom>
          <a:solidFill>
            <a:srgbClr val="E8C99A"/>
          </a:solidFill>
          <a:ln/>
        </p:spPr>
      </p:sp>
      <p:sp>
        <p:nvSpPr>
          <p:cNvPr id="16" name="Text 14"/>
          <p:cNvSpPr/>
          <p:nvPr/>
        </p:nvSpPr>
        <p:spPr>
          <a:xfrm>
            <a:off x="1069848" y="246888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Anticipation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075688" y="2468880"/>
            <a:ext cx="329184" cy="219456"/>
          </a:xfrm>
          <a:prstGeom prst="rect">
            <a:avLst/>
          </a:prstGeom>
          <a:solidFill>
            <a:srgbClr val="C13584"/>
          </a:solidFill>
          <a:ln/>
        </p:spPr>
      </p:sp>
      <p:sp>
        <p:nvSpPr>
          <p:cNvPr id="18" name="Text 16"/>
          <p:cNvSpPr/>
          <p:nvPr/>
        </p:nvSpPr>
        <p:spPr>
          <a:xfrm>
            <a:off x="2075688" y="2468880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2459736" y="2468880"/>
            <a:ext cx="329184" cy="219456"/>
          </a:xfrm>
          <a:prstGeom prst="rect">
            <a:avLst/>
          </a:prstGeom>
          <a:solidFill>
            <a:srgbClr val="1877F2"/>
          </a:solidFill>
          <a:ln/>
        </p:spPr>
      </p:sp>
      <p:sp>
        <p:nvSpPr>
          <p:cNvPr id="20" name="Text 18"/>
          <p:cNvSpPr/>
          <p:nvPr/>
        </p:nvSpPr>
        <p:spPr>
          <a:xfrm>
            <a:off x="2459736" y="2468880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3145536" y="1143000"/>
            <a:ext cx="2697480" cy="1664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145536" y="1143000"/>
            <a:ext cx="91440" cy="1664208"/>
          </a:xfrm>
          <a:prstGeom prst="rect">
            <a:avLst/>
          </a:prstGeom>
          <a:solidFill>
            <a:srgbClr val="A84862"/>
          </a:solidFill>
          <a:ln/>
        </p:spPr>
      </p:sp>
      <p:sp>
        <p:nvSpPr>
          <p:cNvPr id="23" name="Shape 21"/>
          <p:cNvSpPr/>
          <p:nvPr/>
        </p:nvSpPr>
        <p:spPr>
          <a:xfrm>
            <a:off x="3282696" y="1252728"/>
            <a:ext cx="384048" cy="384048"/>
          </a:xfrm>
          <a:prstGeom prst="ellipse">
            <a:avLst/>
          </a:prstGeom>
          <a:solidFill>
            <a:srgbClr val="A84862"/>
          </a:solidFill>
          <a:ln/>
        </p:spPr>
      </p:sp>
      <p:sp>
        <p:nvSpPr>
          <p:cNvPr id="24" name="Text 22"/>
          <p:cNvSpPr/>
          <p:nvPr/>
        </p:nvSpPr>
        <p:spPr>
          <a:xfrm>
            <a:off x="3282696" y="1252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712464" y="12618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282696" y="1581912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 for Moms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282696" y="203911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"Quote artwork about mothers"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82696" y="2468880"/>
            <a:ext cx="658368" cy="219456"/>
          </a:xfrm>
          <a:prstGeom prst="rect">
            <a:avLst/>
          </a:prstGeom>
          <a:solidFill>
            <a:srgbClr val="6B4C35"/>
          </a:solidFill>
          <a:ln/>
        </p:spPr>
      </p:sp>
      <p:sp>
        <p:nvSpPr>
          <p:cNvPr id="29" name="Text 27"/>
          <p:cNvSpPr/>
          <p:nvPr/>
        </p:nvSpPr>
        <p:spPr>
          <a:xfrm>
            <a:off x="3282696" y="2468880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Carousel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014216" y="2468880"/>
            <a:ext cx="914400" cy="219456"/>
          </a:xfrm>
          <a:prstGeom prst="rect">
            <a:avLst/>
          </a:prstGeom>
          <a:solidFill>
            <a:srgbClr val="E8C99A"/>
          </a:solidFill>
          <a:ln/>
        </p:spPr>
      </p:sp>
      <p:sp>
        <p:nvSpPr>
          <p:cNvPr id="31" name="Text 29"/>
          <p:cNvSpPr/>
          <p:nvPr/>
        </p:nvSpPr>
        <p:spPr>
          <a:xfrm>
            <a:off x="4014216" y="246888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Emotional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020056" y="2468880"/>
            <a:ext cx="329184" cy="219456"/>
          </a:xfrm>
          <a:prstGeom prst="rect">
            <a:avLst/>
          </a:prstGeom>
          <a:solidFill>
            <a:srgbClr val="C13584"/>
          </a:solidFill>
          <a:ln/>
        </p:spPr>
      </p:sp>
      <p:sp>
        <p:nvSpPr>
          <p:cNvPr id="33" name="Text 31"/>
          <p:cNvSpPr/>
          <p:nvPr/>
        </p:nvSpPr>
        <p:spPr>
          <a:xfrm>
            <a:off x="5020056" y="2468880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5404104" y="2468880"/>
            <a:ext cx="329184" cy="219456"/>
          </a:xfrm>
          <a:prstGeom prst="rect">
            <a:avLst/>
          </a:prstGeom>
          <a:solidFill>
            <a:srgbClr val="1877F2"/>
          </a:solidFill>
          <a:ln/>
        </p:spPr>
      </p:sp>
      <p:sp>
        <p:nvSpPr>
          <p:cNvPr id="35" name="Text 33"/>
          <p:cNvSpPr/>
          <p:nvPr/>
        </p:nvSpPr>
        <p:spPr>
          <a:xfrm>
            <a:off x="5404104" y="2468880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6089904" y="1143000"/>
            <a:ext cx="2697480" cy="1664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089904" y="1143000"/>
            <a:ext cx="91440" cy="1664208"/>
          </a:xfrm>
          <a:prstGeom prst="rect">
            <a:avLst/>
          </a:prstGeom>
          <a:solidFill>
            <a:srgbClr val="A84862"/>
          </a:solidFill>
          <a:ln/>
        </p:spPr>
      </p:sp>
      <p:sp>
        <p:nvSpPr>
          <p:cNvPr id="38" name="Shape 36"/>
          <p:cNvSpPr/>
          <p:nvPr/>
        </p:nvSpPr>
        <p:spPr>
          <a:xfrm>
            <a:off x="6227064" y="1252728"/>
            <a:ext cx="384048" cy="384048"/>
          </a:xfrm>
          <a:prstGeom prst="ellipse">
            <a:avLst/>
          </a:prstGeom>
          <a:solidFill>
            <a:srgbClr val="A84862"/>
          </a:solidFill>
          <a:ln/>
        </p:spPr>
      </p:sp>
      <p:sp>
        <p:nvSpPr>
          <p:cNvPr id="39" name="Text 37"/>
          <p:cNvSpPr/>
          <p:nvPr/>
        </p:nvSpPr>
        <p:spPr>
          <a:xfrm>
            <a:off x="6227064" y="1252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656832" y="12618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7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227064" y="1581912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Mother's Day Gift Guide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227064" y="203911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"3 perfect gifts for mom"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227064" y="2468880"/>
            <a:ext cx="658368" cy="219456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44" name="Text 42"/>
          <p:cNvSpPr/>
          <p:nvPr/>
        </p:nvSpPr>
        <p:spPr>
          <a:xfrm>
            <a:off x="6227064" y="2468880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Reel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6958584" y="2468880"/>
            <a:ext cx="914400" cy="219456"/>
          </a:xfrm>
          <a:prstGeom prst="rect">
            <a:avLst/>
          </a:prstGeom>
          <a:solidFill>
            <a:srgbClr val="E8C99A"/>
          </a:solidFill>
          <a:ln/>
        </p:spPr>
      </p:sp>
      <p:sp>
        <p:nvSpPr>
          <p:cNvPr id="46" name="Text 44"/>
          <p:cNvSpPr/>
          <p:nvPr/>
        </p:nvSpPr>
        <p:spPr>
          <a:xfrm>
            <a:off x="6958584" y="246888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7964424" y="2468880"/>
            <a:ext cx="329184" cy="219456"/>
          </a:xfrm>
          <a:prstGeom prst="rect">
            <a:avLst/>
          </a:prstGeom>
          <a:solidFill>
            <a:srgbClr val="C13584"/>
          </a:solidFill>
          <a:ln/>
        </p:spPr>
      </p:sp>
      <p:sp>
        <p:nvSpPr>
          <p:cNvPr id="48" name="Text 46"/>
          <p:cNvSpPr/>
          <p:nvPr/>
        </p:nvSpPr>
        <p:spPr>
          <a:xfrm>
            <a:off x="7964424" y="2468880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8348472" y="2468880"/>
            <a:ext cx="329184" cy="219456"/>
          </a:xfrm>
          <a:prstGeom prst="rect">
            <a:avLst/>
          </a:prstGeom>
          <a:solidFill>
            <a:srgbClr val="010101"/>
          </a:solidFill>
          <a:ln/>
        </p:spPr>
      </p:sp>
      <p:sp>
        <p:nvSpPr>
          <p:cNvPr id="50" name="Text 48"/>
          <p:cNvSpPr/>
          <p:nvPr/>
        </p:nvSpPr>
        <p:spPr>
          <a:xfrm>
            <a:off x="8348472" y="2468880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201168" y="2990088"/>
            <a:ext cx="2697480" cy="1664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201168" y="2990088"/>
            <a:ext cx="91440" cy="1664208"/>
          </a:xfrm>
          <a:prstGeom prst="rect">
            <a:avLst/>
          </a:prstGeom>
          <a:solidFill>
            <a:srgbClr val="A84862"/>
          </a:solidFill>
          <a:ln/>
        </p:spPr>
      </p:sp>
      <p:sp>
        <p:nvSpPr>
          <p:cNvPr id="53" name="Shape 51"/>
          <p:cNvSpPr/>
          <p:nvPr/>
        </p:nvSpPr>
        <p:spPr>
          <a:xfrm>
            <a:off x="338328" y="3099816"/>
            <a:ext cx="384048" cy="384048"/>
          </a:xfrm>
          <a:prstGeom prst="ellipse">
            <a:avLst/>
          </a:prstGeom>
          <a:solidFill>
            <a:srgbClr val="A84862"/>
          </a:solidFill>
          <a:ln/>
        </p:spPr>
      </p:sp>
      <p:sp>
        <p:nvSpPr>
          <p:cNvPr id="54" name="Text 52"/>
          <p:cNvSpPr/>
          <p:nvPr/>
        </p:nvSpPr>
        <p:spPr>
          <a:xfrm>
            <a:off x="338328" y="3099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768096" y="3108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8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338328" y="342900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UGC - Customer Photos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338328" y="38862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"Our art in your homes"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338328" y="4315968"/>
            <a:ext cx="658368" cy="219456"/>
          </a:xfrm>
          <a:prstGeom prst="rect">
            <a:avLst/>
          </a:prstGeom>
          <a:solidFill>
            <a:srgbClr val="6B4C35"/>
          </a:solidFill>
          <a:ln/>
        </p:spPr>
      </p:sp>
      <p:sp>
        <p:nvSpPr>
          <p:cNvPr id="59" name="Text 57"/>
          <p:cNvSpPr/>
          <p:nvPr/>
        </p:nvSpPr>
        <p:spPr>
          <a:xfrm>
            <a:off x="338328" y="431596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Carousel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1069848" y="4315968"/>
            <a:ext cx="914400" cy="219456"/>
          </a:xfrm>
          <a:prstGeom prst="rect">
            <a:avLst/>
          </a:prstGeom>
          <a:solidFill>
            <a:srgbClr val="E8C99A"/>
          </a:solidFill>
          <a:ln/>
        </p:spPr>
      </p:sp>
      <p:sp>
        <p:nvSpPr>
          <p:cNvPr id="61" name="Text 59"/>
          <p:cNvSpPr/>
          <p:nvPr/>
        </p:nvSpPr>
        <p:spPr>
          <a:xfrm>
            <a:off x="1069848" y="431596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2075688" y="4315968"/>
            <a:ext cx="329184" cy="219456"/>
          </a:xfrm>
          <a:prstGeom prst="rect">
            <a:avLst/>
          </a:prstGeom>
          <a:solidFill>
            <a:srgbClr val="C13584"/>
          </a:solidFill>
          <a:ln/>
        </p:spPr>
      </p:sp>
      <p:sp>
        <p:nvSpPr>
          <p:cNvPr id="63" name="Text 61"/>
          <p:cNvSpPr/>
          <p:nvPr/>
        </p:nvSpPr>
        <p:spPr>
          <a:xfrm>
            <a:off x="2075688" y="4315968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2459736" y="4315968"/>
            <a:ext cx="329184" cy="219456"/>
          </a:xfrm>
          <a:prstGeom prst="rect">
            <a:avLst/>
          </a:prstGeom>
          <a:solidFill>
            <a:srgbClr val="1877F2"/>
          </a:solidFill>
          <a:ln/>
        </p:spPr>
      </p:sp>
      <p:sp>
        <p:nvSpPr>
          <p:cNvPr id="65" name="Text 63"/>
          <p:cNvSpPr/>
          <p:nvPr/>
        </p:nvSpPr>
        <p:spPr>
          <a:xfrm>
            <a:off x="2459736" y="4315968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3145536" y="2990088"/>
            <a:ext cx="2697480" cy="1664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7" name="Shape 65"/>
          <p:cNvSpPr/>
          <p:nvPr/>
        </p:nvSpPr>
        <p:spPr>
          <a:xfrm>
            <a:off x="3145536" y="2990088"/>
            <a:ext cx="91440" cy="1664208"/>
          </a:xfrm>
          <a:prstGeom prst="rect">
            <a:avLst/>
          </a:prstGeom>
          <a:solidFill>
            <a:srgbClr val="A84862"/>
          </a:solidFill>
          <a:ln/>
        </p:spPr>
      </p:sp>
      <p:sp>
        <p:nvSpPr>
          <p:cNvPr id="68" name="Shape 66"/>
          <p:cNvSpPr/>
          <p:nvPr/>
        </p:nvSpPr>
        <p:spPr>
          <a:xfrm>
            <a:off x="3282696" y="3099816"/>
            <a:ext cx="384048" cy="384048"/>
          </a:xfrm>
          <a:prstGeom prst="ellipse">
            <a:avLst/>
          </a:prstGeom>
          <a:solidFill>
            <a:srgbClr val="A84862"/>
          </a:solidFill>
          <a:ln/>
        </p:spPr>
      </p:sp>
      <p:sp>
        <p:nvSpPr>
          <p:cNvPr id="69" name="Text 67"/>
          <p:cNvSpPr/>
          <p:nvPr/>
        </p:nvSpPr>
        <p:spPr>
          <a:xfrm>
            <a:off x="3282696" y="3099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3712464" y="3108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9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3282696" y="342900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Mother's Day Offer</a:t>
            </a: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3282696" y="38862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"Surprise your mom with art"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3282696" y="4315968"/>
            <a:ext cx="658368" cy="219456"/>
          </a:xfrm>
          <a:prstGeom prst="rect">
            <a:avLst/>
          </a:prstGeom>
          <a:solidFill>
            <a:srgbClr val="A84862"/>
          </a:solidFill>
          <a:ln/>
        </p:spPr>
      </p:sp>
      <p:sp>
        <p:nvSpPr>
          <p:cNvPr id="74" name="Text 72"/>
          <p:cNvSpPr/>
          <p:nvPr/>
        </p:nvSpPr>
        <p:spPr>
          <a:xfrm>
            <a:off x="3282696" y="431596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4014216" y="4315968"/>
            <a:ext cx="914400" cy="219456"/>
          </a:xfrm>
          <a:prstGeom prst="rect">
            <a:avLst/>
          </a:prstGeom>
          <a:solidFill>
            <a:srgbClr val="E8C99A"/>
          </a:solidFill>
          <a:ln/>
        </p:spPr>
      </p:sp>
      <p:sp>
        <p:nvSpPr>
          <p:cNvPr id="76" name="Text 74"/>
          <p:cNvSpPr/>
          <p:nvPr/>
        </p:nvSpPr>
        <p:spPr>
          <a:xfrm>
            <a:off x="4014216" y="431596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5020056" y="4315968"/>
            <a:ext cx="329184" cy="219456"/>
          </a:xfrm>
          <a:prstGeom prst="rect">
            <a:avLst/>
          </a:prstGeom>
          <a:solidFill>
            <a:srgbClr val="C13584"/>
          </a:solidFill>
          <a:ln/>
        </p:spPr>
      </p:sp>
      <p:sp>
        <p:nvSpPr>
          <p:cNvPr id="78" name="Text 76"/>
          <p:cNvSpPr/>
          <p:nvPr/>
        </p:nvSpPr>
        <p:spPr>
          <a:xfrm>
            <a:off x="5020056" y="4315968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</a:t>
            </a:r>
            <a:endParaRPr lang="en-US" sz="750" dirty="0"/>
          </a:p>
        </p:txBody>
      </p:sp>
      <p:sp>
        <p:nvSpPr>
          <p:cNvPr id="79" name="Shape 77"/>
          <p:cNvSpPr/>
          <p:nvPr/>
        </p:nvSpPr>
        <p:spPr>
          <a:xfrm>
            <a:off x="5404104" y="4315968"/>
            <a:ext cx="329184" cy="219456"/>
          </a:xfrm>
          <a:prstGeom prst="rect">
            <a:avLst/>
          </a:prstGeom>
          <a:solidFill>
            <a:srgbClr val="1877F2"/>
          </a:solidFill>
          <a:ln/>
        </p:spPr>
      </p:sp>
      <p:sp>
        <p:nvSpPr>
          <p:cNvPr id="80" name="Text 78"/>
          <p:cNvSpPr/>
          <p:nvPr/>
        </p:nvSpPr>
        <p:spPr>
          <a:xfrm>
            <a:off x="5404104" y="4315968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</a:t>
            </a:r>
            <a:endParaRPr lang="en-US" sz="750" dirty="0"/>
          </a:p>
        </p:txBody>
      </p:sp>
      <p:sp>
        <p:nvSpPr>
          <p:cNvPr id="81" name="Shape 79"/>
          <p:cNvSpPr/>
          <p:nvPr/>
        </p:nvSpPr>
        <p:spPr>
          <a:xfrm>
            <a:off x="6089904" y="2990088"/>
            <a:ext cx="2697480" cy="1664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82" name="Shape 80"/>
          <p:cNvSpPr/>
          <p:nvPr/>
        </p:nvSpPr>
        <p:spPr>
          <a:xfrm>
            <a:off x="6089904" y="2990088"/>
            <a:ext cx="91440" cy="1664208"/>
          </a:xfrm>
          <a:prstGeom prst="rect">
            <a:avLst/>
          </a:prstGeom>
          <a:solidFill>
            <a:srgbClr val="A84862"/>
          </a:solidFill>
          <a:ln/>
        </p:spPr>
      </p:sp>
      <p:sp>
        <p:nvSpPr>
          <p:cNvPr id="83" name="Shape 81"/>
          <p:cNvSpPr/>
          <p:nvPr/>
        </p:nvSpPr>
        <p:spPr>
          <a:xfrm>
            <a:off x="6227064" y="3099816"/>
            <a:ext cx="384048" cy="384048"/>
          </a:xfrm>
          <a:prstGeom prst="ellipse">
            <a:avLst/>
          </a:prstGeom>
          <a:solidFill>
            <a:srgbClr val="A84862"/>
          </a:solidFill>
          <a:ln/>
        </p:spPr>
      </p:sp>
      <p:sp>
        <p:nvSpPr>
          <p:cNvPr id="84" name="Text 82"/>
          <p:cNvSpPr/>
          <p:nvPr/>
        </p:nvSpPr>
        <p:spPr>
          <a:xfrm>
            <a:off x="6227064" y="3099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100" dirty="0"/>
          </a:p>
        </p:txBody>
      </p:sp>
      <p:sp>
        <p:nvSpPr>
          <p:cNvPr id="85" name="Text 83"/>
          <p:cNvSpPr/>
          <p:nvPr/>
        </p:nvSpPr>
        <p:spPr>
          <a:xfrm>
            <a:off x="6656832" y="3108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10</a:t>
            </a:r>
            <a:endParaRPr lang="en-US" sz="1000" dirty="0"/>
          </a:p>
        </p:txBody>
      </p:sp>
      <p:sp>
        <p:nvSpPr>
          <p:cNvPr id="86" name="Text 84"/>
          <p:cNvSpPr/>
          <p:nvPr/>
        </p:nvSpPr>
        <p:spPr>
          <a:xfrm>
            <a:off x="6227064" y="342900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Giveaway: Custom Painting</a:t>
            </a:r>
            <a:endParaRPr lang="en-US" sz="1100" dirty="0"/>
          </a:p>
        </p:txBody>
      </p:sp>
      <p:sp>
        <p:nvSpPr>
          <p:cNvPr id="87" name="Text 85"/>
          <p:cNvSpPr/>
          <p:nvPr/>
        </p:nvSpPr>
        <p:spPr>
          <a:xfrm>
            <a:off x="6227064" y="38862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"Win a custom wall art piece!"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6227064" y="4315968"/>
            <a:ext cx="658368" cy="219456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89" name="Text 87"/>
          <p:cNvSpPr/>
          <p:nvPr/>
        </p:nvSpPr>
        <p:spPr>
          <a:xfrm>
            <a:off x="6227064" y="431596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Reel</a:t>
            </a:r>
            <a:endParaRPr lang="en-US" sz="800" dirty="0"/>
          </a:p>
        </p:txBody>
      </p:sp>
      <p:sp>
        <p:nvSpPr>
          <p:cNvPr id="90" name="Shape 88"/>
          <p:cNvSpPr/>
          <p:nvPr/>
        </p:nvSpPr>
        <p:spPr>
          <a:xfrm>
            <a:off x="6958584" y="4315968"/>
            <a:ext cx="914400" cy="219456"/>
          </a:xfrm>
          <a:prstGeom prst="rect">
            <a:avLst/>
          </a:prstGeom>
          <a:solidFill>
            <a:srgbClr val="E8C99A"/>
          </a:solidFill>
          <a:ln/>
        </p:spPr>
      </p:sp>
      <p:sp>
        <p:nvSpPr>
          <p:cNvPr id="91" name="Text 89"/>
          <p:cNvSpPr/>
          <p:nvPr/>
        </p:nvSpPr>
        <p:spPr>
          <a:xfrm>
            <a:off x="6958584" y="431596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800" dirty="0"/>
          </a:p>
        </p:txBody>
      </p:sp>
      <p:sp>
        <p:nvSpPr>
          <p:cNvPr id="92" name="Shape 90"/>
          <p:cNvSpPr/>
          <p:nvPr/>
        </p:nvSpPr>
        <p:spPr>
          <a:xfrm>
            <a:off x="7964424" y="4315968"/>
            <a:ext cx="329184" cy="219456"/>
          </a:xfrm>
          <a:prstGeom prst="rect">
            <a:avLst/>
          </a:prstGeom>
          <a:solidFill>
            <a:srgbClr val="C13584"/>
          </a:solidFill>
          <a:ln/>
        </p:spPr>
      </p:sp>
      <p:sp>
        <p:nvSpPr>
          <p:cNvPr id="93" name="Text 91"/>
          <p:cNvSpPr/>
          <p:nvPr/>
        </p:nvSpPr>
        <p:spPr>
          <a:xfrm>
            <a:off x="7964424" y="4315968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</a:t>
            </a:r>
            <a:endParaRPr lang="en-US" sz="750" dirty="0"/>
          </a:p>
        </p:txBody>
      </p:sp>
      <p:sp>
        <p:nvSpPr>
          <p:cNvPr id="94" name="Shape 92"/>
          <p:cNvSpPr/>
          <p:nvPr/>
        </p:nvSpPr>
        <p:spPr>
          <a:xfrm>
            <a:off x="8348472" y="4315968"/>
            <a:ext cx="329184" cy="219456"/>
          </a:xfrm>
          <a:prstGeom prst="rect">
            <a:avLst/>
          </a:prstGeom>
          <a:solidFill>
            <a:srgbClr val="010101"/>
          </a:solidFill>
          <a:ln/>
        </p:spPr>
      </p:sp>
      <p:sp>
        <p:nvSpPr>
          <p:cNvPr id="95" name="Text 93"/>
          <p:cNvSpPr/>
          <p:nvPr/>
        </p:nvSpPr>
        <p:spPr>
          <a:xfrm>
            <a:off x="8348472" y="4315968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STRATEGY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2743200" cy="3703320"/>
          </a:xfrm>
          <a:prstGeom prst="rect">
            <a:avLst/>
          </a:prstGeom>
          <a:solidFill>
            <a:srgbClr val="1A1A40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88720"/>
            <a:ext cx="2743200" cy="73152"/>
          </a:xfrm>
          <a:prstGeom prst="rect">
            <a:avLst/>
          </a:prstGeom>
          <a:solidFill>
            <a:srgbClr val="C13584"/>
          </a:solidFill>
          <a:ln/>
        </p:spPr>
      </p:sp>
      <p:sp>
        <p:nvSpPr>
          <p:cNvPr id="7" name="Shape 5"/>
          <p:cNvSpPr/>
          <p:nvPr/>
        </p:nvSpPr>
        <p:spPr>
          <a:xfrm>
            <a:off x="411480" y="1371600"/>
            <a:ext cx="502920" cy="502920"/>
          </a:xfrm>
          <a:prstGeom prst="rect">
            <a:avLst/>
          </a:prstGeom>
          <a:solidFill>
            <a:srgbClr val="C13584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87552" y="13898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87552" y="16459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Posts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2011680"/>
            <a:ext cx="2468880" cy="18288"/>
          </a:xfrm>
          <a:prstGeom prst="rect">
            <a:avLst/>
          </a:prstGeom>
          <a:solidFill>
            <a:srgbClr val="333360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" y="208483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D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11480" y="22860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Reels · Carousels · Stories · Static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11480" y="2651760"/>
            <a:ext cx="2468880" cy="18288"/>
          </a:xfrm>
          <a:prstGeom prst="rect">
            <a:avLst/>
          </a:prstGeom>
          <a:solidFill>
            <a:srgbClr val="333360"/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" y="272491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D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PLATFORM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11480" y="29260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channel — highest visual engagement for art &amp; décor brands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11480" y="3456432"/>
            <a:ext cx="2468880" cy="18288"/>
          </a:xfrm>
          <a:prstGeom prst="rect">
            <a:avLst/>
          </a:prstGeom>
          <a:solidFill>
            <a:srgbClr val="333360"/>
          </a:solidFill>
          <a:ln/>
        </p:spPr>
      </p:sp>
      <p:sp>
        <p:nvSpPr>
          <p:cNvPr id="18" name="Text 16"/>
          <p:cNvSpPr/>
          <p:nvPr/>
        </p:nvSpPr>
        <p:spPr>
          <a:xfrm>
            <a:off x="411480" y="352044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D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11480" y="37490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 Reels for maximum reach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11480" y="399592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Carousels for saves &amp; follows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11480" y="4242816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Stories for polls &amp; engagement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200400" y="1188720"/>
            <a:ext cx="2743200" cy="3703320"/>
          </a:xfrm>
          <a:prstGeom prst="rect">
            <a:avLst/>
          </a:prstGeom>
          <a:solidFill>
            <a:srgbClr val="1A1A40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0" y="1188720"/>
            <a:ext cx="2743200" cy="73152"/>
          </a:xfrm>
          <a:prstGeom prst="rect">
            <a:avLst/>
          </a:prstGeom>
          <a:solidFill>
            <a:srgbClr val="1877F2"/>
          </a:solidFill>
          <a:ln/>
        </p:spPr>
      </p:sp>
      <p:sp>
        <p:nvSpPr>
          <p:cNvPr id="24" name="Shape 22"/>
          <p:cNvSpPr/>
          <p:nvPr/>
        </p:nvSpPr>
        <p:spPr>
          <a:xfrm>
            <a:off x="3337560" y="1371600"/>
            <a:ext cx="502920" cy="502920"/>
          </a:xfrm>
          <a:prstGeom prst="rect">
            <a:avLst/>
          </a:prstGeom>
          <a:solidFill>
            <a:srgbClr val="1877F2"/>
          </a:solidFill>
          <a:ln/>
        </p:spPr>
      </p:sp>
      <p:sp>
        <p:nvSpPr>
          <p:cNvPr id="25" name="Text 23"/>
          <p:cNvSpPr/>
          <p:nvPr/>
        </p:nvSpPr>
        <p:spPr>
          <a:xfrm>
            <a:off x="333756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3913632" y="13898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13632" y="16459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Posts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337560" y="2011680"/>
            <a:ext cx="2468880" cy="18288"/>
          </a:xfrm>
          <a:prstGeom prst="rect">
            <a:avLst/>
          </a:prstGeom>
          <a:solidFill>
            <a:srgbClr val="333360"/>
          </a:solidFill>
          <a:ln/>
        </p:spPr>
      </p:sp>
      <p:sp>
        <p:nvSpPr>
          <p:cNvPr id="29" name="Text 27"/>
          <p:cNvSpPr/>
          <p:nvPr/>
        </p:nvSpPr>
        <p:spPr>
          <a:xfrm>
            <a:off x="3337560" y="208483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D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FORMATS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337560" y="22860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 · Carousels · Static · Video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337560" y="2651760"/>
            <a:ext cx="2468880" cy="18288"/>
          </a:xfrm>
          <a:prstGeom prst="rect">
            <a:avLst/>
          </a:prstGeom>
          <a:solidFill>
            <a:srgbClr val="333360"/>
          </a:solidFill>
          <a:ln/>
        </p:spPr>
      </p:sp>
      <p:sp>
        <p:nvSpPr>
          <p:cNvPr id="32" name="Text 30"/>
          <p:cNvSpPr/>
          <p:nvPr/>
        </p:nvSpPr>
        <p:spPr>
          <a:xfrm>
            <a:off x="3337560" y="272491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D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PLATFORM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337560" y="29260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Wider audience reach — great for Eid family content &amp; paid boosting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337560" y="3456432"/>
            <a:ext cx="2468880" cy="18288"/>
          </a:xfrm>
          <a:prstGeom prst="rect">
            <a:avLst/>
          </a:prstGeom>
          <a:solidFill>
            <a:srgbClr val="333360"/>
          </a:solidFill>
          <a:ln/>
        </p:spPr>
      </p:sp>
      <p:sp>
        <p:nvSpPr>
          <p:cNvPr id="35" name="Text 33"/>
          <p:cNvSpPr/>
          <p:nvPr/>
        </p:nvSpPr>
        <p:spPr>
          <a:xfrm>
            <a:off x="3337560" y="352044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D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TIPS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337560" y="37490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Boost Eid &amp; gift posts for reach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3337560" y="399592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Share carousels as slideshows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3337560" y="4242816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Best for older demographics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126480" y="1188720"/>
            <a:ext cx="2743200" cy="3703320"/>
          </a:xfrm>
          <a:prstGeom prst="rect">
            <a:avLst/>
          </a:prstGeom>
          <a:solidFill>
            <a:srgbClr val="1A1A40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126480" y="1188720"/>
            <a:ext cx="2743200" cy="73152"/>
          </a:xfrm>
          <a:prstGeom prst="rect">
            <a:avLst/>
          </a:prstGeom>
          <a:solidFill>
            <a:srgbClr val="010101"/>
          </a:solidFill>
          <a:ln/>
        </p:spPr>
      </p:sp>
      <p:sp>
        <p:nvSpPr>
          <p:cNvPr id="41" name="Shape 39"/>
          <p:cNvSpPr/>
          <p:nvPr/>
        </p:nvSpPr>
        <p:spPr>
          <a:xfrm>
            <a:off x="6263640" y="1371600"/>
            <a:ext cx="502920" cy="502920"/>
          </a:xfrm>
          <a:prstGeom prst="rect">
            <a:avLst/>
          </a:prstGeom>
          <a:solidFill>
            <a:srgbClr val="010101"/>
          </a:solidFill>
          <a:ln/>
        </p:spPr>
      </p:sp>
      <p:sp>
        <p:nvSpPr>
          <p:cNvPr id="42" name="Text 40"/>
          <p:cNvSpPr/>
          <p:nvPr/>
        </p:nvSpPr>
        <p:spPr>
          <a:xfrm>
            <a:off x="626364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839712" y="13898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6839712" y="16459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Posts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263640" y="2011680"/>
            <a:ext cx="2468880" cy="18288"/>
          </a:xfrm>
          <a:prstGeom prst="rect">
            <a:avLst/>
          </a:prstGeom>
          <a:solidFill>
            <a:srgbClr val="333360"/>
          </a:solidFill>
          <a:ln/>
        </p:spPr>
      </p:sp>
      <p:sp>
        <p:nvSpPr>
          <p:cNvPr id="46" name="Text 44"/>
          <p:cNvSpPr/>
          <p:nvPr/>
        </p:nvSpPr>
        <p:spPr>
          <a:xfrm>
            <a:off x="6263640" y="208483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D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FORMATS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6263640" y="22860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Videos (Reels repurposed)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263640" y="2651760"/>
            <a:ext cx="2468880" cy="18288"/>
          </a:xfrm>
          <a:prstGeom prst="rect">
            <a:avLst/>
          </a:prstGeom>
          <a:solidFill>
            <a:srgbClr val="333360"/>
          </a:solidFill>
          <a:ln/>
        </p:spPr>
      </p:sp>
      <p:sp>
        <p:nvSpPr>
          <p:cNvPr id="49" name="Text 47"/>
          <p:cNvSpPr/>
          <p:nvPr/>
        </p:nvSpPr>
        <p:spPr>
          <a:xfrm>
            <a:off x="6263640" y="272491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D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PLATFORM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6263640" y="29260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Viral potential — repurpose Instagram Reels for extra reach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263640" y="3456432"/>
            <a:ext cx="2468880" cy="18288"/>
          </a:xfrm>
          <a:prstGeom prst="rect">
            <a:avLst/>
          </a:prstGeom>
          <a:solidFill>
            <a:srgbClr val="333360"/>
          </a:solidFill>
          <a:ln/>
        </p:spPr>
      </p:sp>
      <p:sp>
        <p:nvSpPr>
          <p:cNvPr id="52" name="Text 50"/>
          <p:cNvSpPr/>
          <p:nvPr/>
        </p:nvSpPr>
        <p:spPr>
          <a:xfrm>
            <a:off x="6263640" y="352044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D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TIPS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6263640" y="37490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Speed painting videos perform best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6263640" y="399592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Before/after transformations go viral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6263640" y="4242816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Add trending audio for discovery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E0E24"/>
          </a:solidFill>
          <a:ln/>
        </p:spPr>
      </p:sp>
      <p:sp>
        <p:nvSpPr>
          <p:cNvPr id="57" name="Text 55"/>
          <p:cNvSpPr/>
          <p:nvPr/>
        </p:nvSpPr>
        <p:spPr>
          <a:xfrm>
            <a:off x="274320" y="4901184"/>
            <a:ext cx="86868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LEGEND:  IG = Instagram  |  FB = Facebook  |  TT = TikTok  —  Look for these badges on every post card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24-POST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91440" y="841248"/>
            <a:ext cx="274320" cy="27432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" y="8412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93192" y="841248"/>
            <a:ext cx="566928" cy="27432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7" name="Text 5"/>
          <p:cNvSpPr/>
          <p:nvPr/>
        </p:nvSpPr>
        <p:spPr>
          <a:xfrm>
            <a:off x="420624" y="841248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987552" y="841248"/>
            <a:ext cx="3291840" cy="27432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9" name="Text 7"/>
          <p:cNvSpPr/>
          <p:nvPr/>
        </p:nvSpPr>
        <p:spPr>
          <a:xfrm>
            <a:off x="1014984" y="8412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Idea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306824" y="841248"/>
            <a:ext cx="868680" cy="27432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11" name="Text 9"/>
          <p:cNvSpPr/>
          <p:nvPr/>
        </p:nvSpPr>
        <p:spPr>
          <a:xfrm>
            <a:off x="4334256" y="84124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202936" y="841248"/>
            <a:ext cx="1097280" cy="27432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13" name="Text 11"/>
          <p:cNvSpPr/>
          <p:nvPr/>
        </p:nvSpPr>
        <p:spPr>
          <a:xfrm>
            <a:off x="5230368" y="8412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327648" y="841248"/>
            <a:ext cx="1280160" cy="27432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15" name="Text 13"/>
          <p:cNvSpPr/>
          <p:nvPr/>
        </p:nvSpPr>
        <p:spPr>
          <a:xfrm>
            <a:off x="6355080" y="84124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1440" y="1152144"/>
            <a:ext cx="8961120" cy="153619"/>
          </a:xfrm>
          <a:prstGeom prst="rect">
            <a:avLst/>
          </a:prstGeom>
          <a:solidFill>
            <a:srgbClr val="1F2040"/>
          </a:solidFill>
          <a:ln/>
        </p:spPr>
      </p:sp>
      <p:sp>
        <p:nvSpPr>
          <p:cNvPr id="17" name="Shape 15"/>
          <p:cNvSpPr/>
          <p:nvPr/>
        </p:nvSpPr>
        <p:spPr>
          <a:xfrm>
            <a:off x="91440" y="1152144"/>
            <a:ext cx="54864" cy="153619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8" name="Text 16"/>
          <p:cNvSpPr/>
          <p:nvPr/>
        </p:nvSpPr>
        <p:spPr>
          <a:xfrm>
            <a:off x="128016" y="1161288"/>
            <a:ext cx="237744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29768" y="1161288"/>
            <a:ext cx="530352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17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024128" y="1161288"/>
            <a:ext cx="3255264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Home for Eid Guests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343400" y="1161288"/>
            <a:ext cx="832104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Carousel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239512" y="1161288"/>
            <a:ext cx="1060704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Awareness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364224" y="1161288"/>
            <a:ext cx="1243584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 · FB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91440" y="1312164"/>
            <a:ext cx="8961120" cy="153619"/>
          </a:xfrm>
          <a:prstGeom prst="rect">
            <a:avLst/>
          </a:prstGeom>
          <a:solidFill>
            <a:srgbClr val="252648"/>
          </a:solidFill>
          <a:ln/>
        </p:spPr>
      </p:sp>
      <p:sp>
        <p:nvSpPr>
          <p:cNvPr id="25" name="Shape 23"/>
          <p:cNvSpPr/>
          <p:nvPr/>
        </p:nvSpPr>
        <p:spPr>
          <a:xfrm>
            <a:off x="91440" y="1312164"/>
            <a:ext cx="54864" cy="153619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26" name="Text 24"/>
          <p:cNvSpPr/>
          <p:nvPr/>
        </p:nvSpPr>
        <p:spPr>
          <a:xfrm>
            <a:off x="128016" y="1321308"/>
            <a:ext cx="237744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29768" y="1321308"/>
            <a:ext cx="530352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18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024128" y="1321308"/>
            <a:ext cx="3255264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Living Room Transformation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343400" y="1321308"/>
            <a:ext cx="832104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Reel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239512" y="1321308"/>
            <a:ext cx="1060704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Inspiration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364224" y="1321308"/>
            <a:ext cx="1243584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 · TT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91440" y="1472184"/>
            <a:ext cx="8961120" cy="153619"/>
          </a:xfrm>
          <a:prstGeom prst="rect">
            <a:avLst/>
          </a:prstGeom>
          <a:solidFill>
            <a:srgbClr val="1F2040"/>
          </a:solidFill>
          <a:ln/>
        </p:spPr>
      </p:sp>
      <p:sp>
        <p:nvSpPr>
          <p:cNvPr id="33" name="Shape 31"/>
          <p:cNvSpPr/>
          <p:nvPr/>
        </p:nvSpPr>
        <p:spPr>
          <a:xfrm>
            <a:off x="91440" y="1472184"/>
            <a:ext cx="54864" cy="153619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4" name="Text 32"/>
          <p:cNvSpPr/>
          <p:nvPr/>
        </p:nvSpPr>
        <p:spPr>
          <a:xfrm>
            <a:off x="128016" y="1481328"/>
            <a:ext cx="237744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29768" y="1481328"/>
            <a:ext cx="530352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19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024128" y="1481328"/>
            <a:ext cx="3255264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Wall Art for Eid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343400" y="1481328"/>
            <a:ext cx="832104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Carousel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239512" y="1481328"/>
            <a:ext cx="1060704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364224" y="1481328"/>
            <a:ext cx="1243584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 · FB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91440" y="1632204"/>
            <a:ext cx="8961120" cy="153619"/>
          </a:xfrm>
          <a:prstGeom prst="rect">
            <a:avLst/>
          </a:prstGeom>
          <a:solidFill>
            <a:srgbClr val="252648"/>
          </a:solidFill>
          <a:ln/>
        </p:spPr>
      </p:sp>
      <p:sp>
        <p:nvSpPr>
          <p:cNvPr id="41" name="Shape 39"/>
          <p:cNvSpPr/>
          <p:nvPr/>
        </p:nvSpPr>
        <p:spPr>
          <a:xfrm>
            <a:off x="91440" y="1632204"/>
            <a:ext cx="54864" cy="153619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42" name="Text 40"/>
          <p:cNvSpPr/>
          <p:nvPr/>
        </p:nvSpPr>
        <p:spPr>
          <a:xfrm>
            <a:off x="128016" y="1641348"/>
            <a:ext cx="237744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29768" y="1641348"/>
            <a:ext cx="530352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20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1024128" y="1641348"/>
            <a:ext cx="3255264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Behind the Scenes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343400" y="1641348"/>
            <a:ext cx="832104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Reel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5239512" y="1641348"/>
            <a:ext cx="1060704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Trust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6364224" y="1641348"/>
            <a:ext cx="1243584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 · TT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91440" y="1792224"/>
            <a:ext cx="8961120" cy="153619"/>
          </a:xfrm>
          <a:prstGeom prst="rect">
            <a:avLst/>
          </a:prstGeom>
          <a:solidFill>
            <a:srgbClr val="1F2040"/>
          </a:solidFill>
          <a:ln/>
        </p:spPr>
      </p:sp>
      <p:sp>
        <p:nvSpPr>
          <p:cNvPr id="49" name="Shape 47"/>
          <p:cNvSpPr/>
          <p:nvPr/>
        </p:nvSpPr>
        <p:spPr>
          <a:xfrm>
            <a:off x="91440" y="1792224"/>
            <a:ext cx="54864" cy="153619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50" name="Text 48"/>
          <p:cNvSpPr/>
          <p:nvPr/>
        </p:nvSpPr>
        <p:spPr>
          <a:xfrm>
            <a:off x="128016" y="1801368"/>
            <a:ext cx="237744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429768" y="1801368"/>
            <a:ext cx="530352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21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1024128" y="1801368"/>
            <a:ext cx="3255264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Poll: Which Art Fits?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4343400" y="1801368"/>
            <a:ext cx="832104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5239512" y="1801368"/>
            <a:ext cx="1060704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6364224" y="1801368"/>
            <a:ext cx="1243584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91440" y="1952244"/>
            <a:ext cx="8961120" cy="153619"/>
          </a:xfrm>
          <a:prstGeom prst="rect">
            <a:avLst/>
          </a:prstGeom>
          <a:solidFill>
            <a:srgbClr val="252648"/>
          </a:solidFill>
          <a:ln/>
        </p:spPr>
      </p:sp>
      <p:sp>
        <p:nvSpPr>
          <p:cNvPr id="57" name="Shape 55"/>
          <p:cNvSpPr/>
          <p:nvPr/>
        </p:nvSpPr>
        <p:spPr>
          <a:xfrm>
            <a:off x="91440" y="1952244"/>
            <a:ext cx="54864" cy="153619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58" name="Text 56"/>
          <p:cNvSpPr/>
          <p:nvPr/>
        </p:nvSpPr>
        <p:spPr>
          <a:xfrm>
            <a:off x="128016" y="1961388"/>
            <a:ext cx="237744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429768" y="1961388"/>
            <a:ext cx="530352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22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1024128" y="1961388"/>
            <a:ext cx="3255264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vs Large Painting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4343400" y="1961388"/>
            <a:ext cx="832104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Carousel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5239512" y="1961388"/>
            <a:ext cx="1060704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6364224" y="1961388"/>
            <a:ext cx="1243584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 · FB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91440" y="2112264"/>
            <a:ext cx="8961120" cy="153619"/>
          </a:xfrm>
          <a:prstGeom prst="rect">
            <a:avLst/>
          </a:prstGeom>
          <a:solidFill>
            <a:srgbClr val="1F2040"/>
          </a:solidFill>
          <a:ln/>
        </p:spPr>
      </p:sp>
      <p:sp>
        <p:nvSpPr>
          <p:cNvPr id="65" name="Shape 63"/>
          <p:cNvSpPr/>
          <p:nvPr/>
        </p:nvSpPr>
        <p:spPr>
          <a:xfrm>
            <a:off x="91440" y="2112264"/>
            <a:ext cx="54864" cy="153619"/>
          </a:xfrm>
          <a:prstGeom prst="rect">
            <a:avLst/>
          </a:prstGeom>
          <a:solidFill>
            <a:srgbClr val="C4692A"/>
          </a:solidFill>
          <a:ln/>
        </p:spPr>
      </p:sp>
      <p:sp>
        <p:nvSpPr>
          <p:cNvPr id="66" name="Text 64"/>
          <p:cNvSpPr/>
          <p:nvPr/>
        </p:nvSpPr>
        <p:spPr>
          <a:xfrm>
            <a:off x="128016" y="2121408"/>
            <a:ext cx="237744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429768" y="2121408"/>
            <a:ext cx="530352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23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1024128" y="2121408"/>
            <a:ext cx="3255264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Home Feature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4343400" y="2121408"/>
            <a:ext cx="832104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5239512" y="2121408"/>
            <a:ext cx="1060704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Proof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6364224" y="2121408"/>
            <a:ext cx="1243584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 · FB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91440" y="2272284"/>
            <a:ext cx="8961120" cy="153619"/>
          </a:xfrm>
          <a:prstGeom prst="rect">
            <a:avLst/>
          </a:prstGeom>
          <a:solidFill>
            <a:srgbClr val="252648"/>
          </a:solidFill>
          <a:ln/>
        </p:spPr>
      </p:sp>
      <p:sp>
        <p:nvSpPr>
          <p:cNvPr id="73" name="Shape 71"/>
          <p:cNvSpPr/>
          <p:nvPr/>
        </p:nvSpPr>
        <p:spPr>
          <a:xfrm>
            <a:off x="91440" y="2272284"/>
            <a:ext cx="54864" cy="153619"/>
          </a:xfrm>
          <a:prstGeom prst="rect">
            <a:avLst/>
          </a:prstGeom>
          <a:solidFill>
            <a:srgbClr val="C4692A"/>
          </a:solidFill>
          <a:ln/>
        </p:spPr>
      </p:sp>
      <p:sp>
        <p:nvSpPr>
          <p:cNvPr id="74" name="Text 72"/>
          <p:cNvSpPr/>
          <p:nvPr/>
        </p:nvSpPr>
        <p:spPr>
          <a:xfrm>
            <a:off x="128016" y="2281428"/>
            <a:ext cx="237744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429768" y="2281428"/>
            <a:ext cx="530352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24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1024128" y="2281428"/>
            <a:ext cx="3255264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Style Wall Art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4343400" y="2281428"/>
            <a:ext cx="832104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Reel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5239512" y="2281428"/>
            <a:ext cx="1060704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6364224" y="2281428"/>
            <a:ext cx="1243584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 · TT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91440" y="2432304"/>
            <a:ext cx="8961120" cy="153619"/>
          </a:xfrm>
          <a:prstGeom prst="rect">
            <a:avLst/>
          </a:prstGeom>
          <a:solidFill>
            <a:srgbClr val="1F2040"/>
          </a:solidFill>
          <a:ln/>
        </p:spPr>
      </p:sp>
      <p:sp>
        <p:nvSpPr>
          <p:cNvPr id="81" name="Shape 79"/>
          <p:cNvSpPr/>
          <p:nvPr/>
        </p:nvSpPr>
        <p:spPr>
          <a:xfrm>
            <a:off x="91440" y="2432304"/>
            <a:ext cx="54864" cy="153619"/>
          </a:xfrm>
          <a:prstGeom prst="rect">
            <a:avLst/>
          </a:prstGeom>
          <a:solidFill>
            <a:srgbClr val="C4692A"/>
          </a:solidFill>
          <a:ln/>
        </p:spPr>
      </p:sp>
      <p:sp>
        <p:nvSpPr>
          <p:cNvPr id="82" name="Text 80"/>
          <p:cNvSpPr/>
          <p:nvPr/>
        </p:nvSpPr>
        <p:spPr>
          <a:xfrm>
            <a:off x="128016" y="2441448"/>
            <a:ext cx="237744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  <p:sp>
        <p:nvSpPr>
          <p:cNvPr id="83" name="Text 81"/>
          <p:cNvSpPr/>
          <p:nvPr/>
        </p:nvSpPr>
        <p:spPr>
          <a:xfrm>
            <a:off x="429768" y="2441448"/>
            <a:ext cx="530352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25</a:t>
            </a:r>
            <a:endParaRPr lang="en-US" sz="800" dirty="0"/>
          </a:p>
        </p:txBody>
      </p:sp>
      <p:sp>
        <p:nvSpPr>
          <p:cNvPr id="84" name="Text 82"/>
          <p:cNvSpPr/>
          <p:nvPr/>
        </p:nvSpPr>
        <p:spPr>
          <a:xfrm>
            <a:off x="1024128" y="2441448"/>
            <a:ext cx="3255264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Painting Offer</a:t>
            </a:r>
            <a:endParaRPr lang="en-US" sz="800" dirty="0"/>
          </a:p>
        </p:txBody>
      </p:sp>
      <p:sp>
        <p:nvSpPr>
          <p:cNvPr id="85" name="Text 83"/>
          <p:cNvSpPr/>
          <p:nvPr/>
        </p:nvSpPr>
        <p:spPr>
          <a:xfrm>
            <a:off x="4343400" y="2441448"/>
            <a:ext cx="832104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</a:t>
            </a:r>
            <a:endParaRPr lang="en-US" sz="800" dirty="0"/>
          </a:p>
        </p:txBody>
      </p:sp>
      <p:sp>
        <p:nvSpPr>
          <p:cNvPr id="86" name="Text 84"/>
          <p:cNvSpPr/>
          <p:nvPr/>
        </p:nvSpPr>
        <p:spPr>
          <a:xfrm>
            <a:off x="5239512" y="2441448"/>
            <a:ext cx="1060704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</a:t>
            </a:r>
            <a:endParaRPr lang="en-US" sz="800" dirty="0"/>
          </a:p>
        </p:txBody>
      </p:sp>
      <p:sp>
        <p:nvSpPr>
          <p:cNvPr id="87" name="Text 85"/>
          <p:cNvSpPr/>
          <p:nvPr/>
        </p:nvSpPr>
        <p:spPr>
          <a:xfrm>
            <a:off x="6364224" y="2441448"/>
            <a:ext cx="1243584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 · FB</a:t>
            </a:r>
            <a:endParaRPr lang="en-US" sz="800" dirty="0"/>
          </a:p>
        </p:txBody>
      </p:sp>
      <p:sp>
        <p:nvSpPr>
          <p:cNvPr id="88" name="Shape 86"/>
          <p:cNvSpPr/>
          <p:nvPr/>
        </p:nvSpPr>
        <p:spPr>
          <a:xfrm>
            <a:off x="91440" y="2592324"/>
            <a:ext cx="8961120" cy="153619"/>
          </a:xfrm>
          <a:prstGeom prst="rect">
            <a:avLst/>
          </a:prstGeom>
          <a:solidFill>
            <a:srgbClr val="252648"/>
          </a:solidFill>
          <a:ln/>
        </p:spPr>
      </p:sp>
      <p:sp>
        <p:nvSpPr>
          <p:cNvPr id="89" name="Shape 87"/>
          <p:cNvSpPr/>
          <p:nvPr/>
        </p:nvSpPr>
        <p:spPr>
          <a:xfrm>
            <a:off x="91440" y="2592324"/>
            <a:ext cx="54864" cy="153619"/>
          </a:xfrm>
          <a:prstGeom prst="rect">
            <a:avLst/>
          </a:prstGeom>
          <a:solidFill>
            <a:srgbClr val="C4692A"/>
          </a:solidFill>
          <a:ln/>
        </p:spPr>
      </p:sp>
      <p:sp>
        <p:nvSpPr>
          <p:cNvPr id="90" name="Text 88"/>
          <p:cNvSpPr/>
          <p:nvPr/>
        </p:nvSpPr>
        <p:spPr>
          <a:xfrm>
            <a:off x="128016" y="2601468"/>
            <a:ext cx="237744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sp>
        <p:nvSpPr>
          <p:cNvPr id="91" name="Text 89"/>
          <p:cNvSpPr/>
          <p:nvPr/>
        </p:nvSpPr>
        <p:spPr>
          <a:xfrm>
            <a:off x="429768" y="2601468"/>
            <a:ext cx="530352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26</a:t>
            </a:r>
            <a:endParaRPr lang="en-US" sz="800" dirty="0"/>
          </a:p>
        </p:txBody>
      </p:sp>
      <p:sp>
        <p:nvSpPr>
          <p:cNvPr id="92" name="Text 90"/>
          <p:cNvSpPr/>
          <p:nvPr/>
        </p:nvSpPr>
        <p:spPr>
          <a:xfrm>
            <a:off x="1024128" y="2601468"/>
            <a:ext cx="3255264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Time-lapse Painting</a:t>
            </a:r>
            <a:endParaRPr lang="en-US" sz="800" dirty="0"/>
          </a:p>
        </p:txBody>
      </p:sp>
      <p:sp>
        <p:nvSpPr>
          <p:cNvPr id="93" name="Text 91"/>
          <p:cNvSpPr/>
          <p:nvPr/>
        </p:nvSpPr>
        <p:spPr>
          <a:xfrm>
            <a:off x="4343400" y="2601468"/>
            <a:ext cx="832104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Reel</a:t>
            </a:r>
            <a:endParaRPr lang="en-US" sz="800" dirty="0"/>
          </a:p>
        </p:txBody>
      </p:sp>
      <p:sp>
        <p:nvSpPr>
          <p:cNvPr id="94" name="Text 92"/>
          <p:cNvSpPr/>
          <p:nvPr/>
        </p:nvSpPr>
        <p:spPr>
          <a:xfrm>
            <a:off x="5239512" y="2601468"/>
            <a:ext cx="1060704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</a:t>
            </a:r>
            <a:endParaRPr lang="en-US" sz="800" dirty="0"/>
          </a:p>
        </p:txBody>
      </p:sp>
      <p:sp>
        <p:nvSpPr>
          <p:cNvPr id="95" name="Text 93"/>
          <p:cNvSpPr/>
          <p:nvPr/>
        </p:nvSpPr>
        <p:spPr>
          <a:xfrm>
            <a:off x="6364224" y="2601468"/>
            <a:ext cx="1243584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 · TT</a:t>
            </a:r>
            <a:endParaRPr lang="en-US" sz="800" dirty="0"/>
          </a:p>
        </p:txBody>
      </p:sp>
      <p:sp>
        <p:nvSpPr>
          <p:cNvPr id="96" name="Shape 94"/>
          <p:cNvSpPr/>
          <p:nvPr/>
        </p:nvSpPr>
        <p:spPr>
          <a:xfrm>
            <a:off x="91440" y="2752344"/>
            <a:ext cx="8961120" cy="153619"/>
          </a:xfrm>
          <a:prstGeom prst="rect">
            <a:avLst/>
          </a:prstGeom>
          <a:solidFill>
            <a:srgbClr val="1F2040"/>
          </a:solidFill>
          <a:ln/>
        </p:spPr>
      </p:sp>
      <p:sp>
        <p:nvSpPr>
          <p:cNvPr id="97" name="Shape 95"/>
          <p:cNvSpPr/>
          <p:nvPr/>
        </p:nvSpPr>
        <p:spPr>
          <a:xfrm>
            <a:off x="91440" y="2752344"/>
            <a:ext cx="54864" cy="153619"/>
          </a:xfrm>
          <a:prstGeom prst="rect">
            <a:avLst/>
          </a:prstGeom>
          <a:solidFill>
            <a:srgbClr val="C4692A"/>
          </a:solidFill>
          <a:ln/>
        </p:spPr>
      </p:sp>
      <p:sp>
        <p:nvSpPr>
          <p:cNvPr id="98" name="Text 96"/>
          <p:cNvSpPr/>
          <p:nvPr/>
        </p:nvSpPr>
        <p:spPr>
          <a:xfrm>
            <a:off x="128016" y="2761488"/>
            <a:ext cx="237744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  <p:sp>
        <p:nvSpPr>
          <p:cNvPr id="99" name="Text 97"/>
          <p:cNvSpPr/>
          <p:nvPr/>
        </p:nvSpPr>
        <p:spPr>
          <a:xfrm>
            <a:off x="429768" y="2761488"/>
            <a:ext cx="530352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27</a:t>
            </a:r>
            <a:endParaRPr lang="en-US" sz="800" dirty="0"/>
          </a:p>
        </p:txBody>
      </p:sp>
      <p:sp>
        <p:nvSpPr>
          <p:cNvPr id="100" name="Text 98"/>
          <p:cNvSpPr/>
          <p:nvPr/>
        </p:nvSpPr>
        <p:spPr>
          <a:xfrm>
            <a:off x="1024128" y="2761488"/>
            <a:ext cx="3255264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Eid Decoration Ideas</a:t>
            </a:r>
            <a:endParaRPr lang="en-US" sz="800" dirty="0"/>
          </a:p>
        </p:txBody>
      </p:sp>
      <p:sp>
        <p:nvSpPr>
          <p:cNvPr id="101" name="Text 99"/>
          <p:cNvSpPr/>
          <p:nvPr/>
        </p:nvSpPr>
        <p:spPr>
          <a:xfrm>
            <a:off x="4343400" y="2761488"/>
            <a:ext cx="832104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Carousel</a:t>
            </a:r>
            <a:endParaRPr lang="en-US" sz="800" dirty="0"/>
          </a:p>
        </p:txBody>
      </p:sp>
      <p:sp>
        <p:nvSpPr>
          <p:cNvPr id="102" name="Text 100"/>
          <p:cNvSpPr/>
          <p:nvPr/>
        </p:nvSpPr>
        <p:spPr>
          <a:xfrm>
            <a:off x="5239512" y="2761488"/>
            <a:ext cx="1060704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Inspiration</a:t>
            </a:r>
            <a:endParaRPr lang="en-US" sz="800" dirty="0"/>
          </a:p>
        </p:txBody>
      </p:sp>
      <p:sp>
        <p:nvSpPr>
          <p:cNvPr id="103" name="Text 101"/>
          <p:cNvSpPr/>
          <p:nvPr/>
        </p:nvSpPr>
        <p:spPr>
          <a:xfrm>
            <a:off x="6364224" y="2761488"/>
            <a:ext cx="1243584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 · FB</a:t>
            </a:r>
            <a:endParaRPr lang="en-US" sz="800" dirty="0"/>
          </a:p>
        </p:txBody>
      </p:sp>
      <p:sp>
        <p:nvSpPr>
          <p:cNvPr id="104" name="Shape 102"/>
          <p:cNvSpPr/>
          <p:nvPr/>
        </p:nvSpPr>
        <p:spPr>
          <a:xfrm>
            <a:off x="91440" y="2912364"/>
            <a:ext cx="8961120" cy="153619"/>
          </a:xfrm>
          <a:prstGeom prst="rect">
            <a:avLst/>
          </a:prstGeom>
          <a:solidFill>
            <a:srgbClr val="252648"/>
          </a:solidFill>
          <a:ln/>
        </p:spPr>
      </p:sp>
      <p:sp>
        <p:nvSpPr>
          <p:cNvPr id="105" name="Shape 103"/>
          <p:cNvSpPr/>
          <p:nvPr/>
        </p:nvSpPr>
        <p:spPr>
          <a:xfrm>
            <a:off x="91440" y="2912364"/>
            <a:ext cx="54864" cy="153619"/>
          </a:xfrm>
          <a:prstGeom prst="rect">
            <a:avLst/>
          </a:prstGeom>
          <a:solidFill>
            <a:srgbClr val="C4692A"/>
          </a:solidFill>
          <a:ln/>
        </p:spPr>
      </p:sp>
      <p:sp>
        <p:nvSpPr>
          <p:cNvPr id="106" name="Text 104"/>
          <p:cNvSpPr/>
          <p:nvPr/>
        </p:nvSpPr>
        <p:spPr>
          <a:xfrm>
            <a:off x="128016" y="2921508"/>
            <a:ext cx="237744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  <p:sp>
        <p:nvSpPr>
          <p:cNvPr id="107" name="Text 105"/>
          <p:cNvSpPr/>
          <p:nvPr/>
        </p:nvSpPr>
        <p:spPr>
          <a:xfrm>
            <a:off x="429768" y="2921508"/>
            <a:ext cx="530352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28</a:t>
            </a:r>
            <a:endParaRPr lang="en-US" sz="800" dirty="0"/>
          </a:p>
        </p:txBody>
      </p:sp>
      <p:sp>
        <p:nvSpPr>
          <p:cNvPr id="108" name="Text 106"/>
          <p:cNvSpPr/>
          <p:nvPr/>
        </p:nvSpPr>
        <p:spPr>
          <a:xfrm>
            <a:off x="1024128" y="2921508"/>
            <a:ext cx="3255264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Eid Offer</a:t>
            </a:r>
            <a:endParaRPr lang="en-US" sz="800" dirty="0"/>
          </a:p>
        </p:txBody>
      </p:sp>
      <p:sp>
        <p:nvSpPr>
          <p:cNvPr id="109" name="Text 107"/>
          <p:cNvSpPr/>
          <p:nvPr/>
        </p:nvSpPr>
        <p:spPr>
          <a:xfrm>
            <a:off x="4343400" y="2921508"/>
            <a:ext cx="832104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</a:t>
            </a:r>
            <a:endParaRPr lang="en-US" sz="800" dirty="0"/>
          </a:p>
        </p:txBody>
      </p:sp>
      <p:sp>
        <p:nvSpPr>
          <p:cNvPr id="110" name="Text 108"/>
          <p:cNvSpPr/>
          <p:nvPr/>
        </p:nvSpPr>
        <p:spPr>
          <a:xfrm>
            <a:off x="5239512" y="2921508"/>
            <a:ext cx="1060704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800" dirty="0"/>
          </a:p>
        </p:txBody>
      </p:sp>
      <p:sp>
        <p:nvSpPr>
          <p:cNvPr id="111" name="Text 109"/>
          <p:cNvSpPr/>
          <p:nvPr/>
        </p:nvSpPr>
        <p:spPr>
          <a:xfrm>
            <a:off x="6364224" y="2921508"/>
            <a:ext cx="1243584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 · FB</a:t>
            </a:r>
            <a:endParaRPr lang="en-US" sz="800" dirty="0"/>
          </a:p>
        </p:txBody>
      </p:sp>
      <p:sp>
        <p:nvSpPr>
          <p:cNvPr id="112" name="Shape 110"/>
          <p:cNvSpPr/>
          <p:nvPr/>
        </p:nvSpPr>
        <p:spPr>
          <a:xfrm>
            <a:off x="91440" y="3072384"/>
            <a:ext cx="8961120" cy="153619"/>
          </a:xfrm>
          <a:prstGeom prst="rect">
            <a:avLst/>
          </a:prstGeom>
          <a:solidFill>
            <a:srgbClr val="1F2040"/>
          </a:solidFill>
          <a:ln/>
        </p:spPr>
      </p:sp>
      <p:sp>
        <p:nvSpPr>
          <p:cNvPr id="113" name="Shape 111"/>
          <p:cNvSpPr/>
          <p:nvPr/>
        </p:nvSpPr>
        <p:spPr>
          <a:xfrm>
            <a:off x="91440" y="3072384"/>
            <a:ext cx="54864" cy="153619"/>
          </a:xfrm>
          <a:prstGeom prst="rect">
            <a:avLst/>
          </a:prstGeom>
          <a:solidFill>
            <a:srgbClr val="6B4C35"/>
          </a:solidFill>
          <a:ln/>
        </p:spPr>
      </p:sp>
      <p:sp>
        <p:nvSpPr>
          <p:cNvPr id="114" name="Text 112"/>
          <p:cNvSpPr/>
          <p:nvPr/>
        </p:nvSpPr>
        <p:spPr>
          <a:xfrm>
            <a:off x="128016" y="3081528"/>
            <a:ext cx="237744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  <p:sp>
        <p:nvSpPr>
          <p:cNvPr id="115" name="Text 113"/>
          <p:cNvSpPr/>
          <p:nvPr/>
        </p:nvSpPr>
        <p:spPr>
          <a:xfrm>
            <a:off x="429768" y="3081528"/>
            <a:ext cx="530352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29</a:t>
            </a:r>
            <a:endParaRPr lang="en-US" sz="800" dirty="0"/>
          </a:p>
        </p:txBody>
      </p:sp>
      <p:sp>
        <p:nvSpPr>
          <p:cNvPr id="116" name="Text 114"/>
          <p:cNvSpPr/>
          <p:nvPr/>
        </p:nvSpPr>
        <p:spPr>
          <a:xfrm>
            <a:off x="1024128" y="3081528"/>
            <a:ext cx="3255264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Packaging Orders</a:t>
            </a:r>
            <a:endParaRPr lang="en-US" sz="800" dirty="0"/>
          </a:p>
        </p:txBody>
      </p:sp>
      <p:sp>
        <p:nvSpPr>
          <p:cNvPr id="117" name="Text 115"/>
          <p:cNvSpPr/>
          <p:nvPr/>
        </p:nvSpPr>
        <p:spPr>
          <a:xfrm>
            <a:off x="4343400" y="3081528"/>
            <a:ext cx="832104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Reel</a:t>
            </a:r>
            <a:endParaRPr lang="en-US" sz="800" dirty="0"/>
          </a:p>
        </p:txBody>
      </p:sp>
      <p:sp>
        <p:nvSpPr>
          <p:cNvPr id="118" name="Text 116"/>
          <p:cNvSpPr/>
          <p:nvPr/>
        </p:nvSpPr>
        <p:spPr>
          <a:xfrm>
            <a:off x="5239512" y="3081528"/>
            <a:ext cx="1060704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800" dirty="0"/>
          </a:p>
        </p:txBody>
      </p:sp>
      <p:sp>
        <p:nvSpPr>
          <p:cNvPr id="119" name="Text 117"/>
          <p:cNvSpPr/>
          <p:nvPr/>
        </p:nvSpPr>
        <p:spPr>
          <a:xfrm>
            <a:off x="6364224" y="3081528"/>
            <a:ext cx="1243584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 · TT</a:t>
            </a:r>
            <a:endParaRPr lang="en-US" sz="800" dirty="0"/>
          </a:p>
        </p:txBody>
      </p:sp>
      <p:sp>
        <p:nvSpPr>
          <p:cNvPr id="120" name="Shape 118"/>
          <p:cNvSpPr/>
          <p:nvPr/>
        </p:nvSpPr>
        <p:spPr>
          <a:xfrm>
            <a:off x="91440" y="3232404"/>
            <a:ext cx="8961120" cy="153619"/>
          </a:xfrm>
          <a:prstGeom prst="rect">
            <a:avLst/>
          </a:prstGeom>
          <a:solidFill>
            <a:srgbClr val="252648"/>
          </a:solidFill>
          <a:ln/>
        </p:spPr>
      </p:sp>
      <p:sp>
        <p:nvSpPr>
          <p:cNvPr id="121" name="Shape 119"/>
          <p:cNvSpPr/>
          <p:nvPr/>
        </p:nvSpPr>
        <p:spPr>
          <a:xfrm>
            <a:off x="91440" y="3232404"/>
            <a:ext cx="54864" cy="153619"/>
          </a:xfrm>
          <a:prstGeom prst="rect">
            <a:avLst/>
          </a:prstGeom>
          <a:solidFill>
            <a:srgbClr val="6B4C35"/>
          </a:solidFill>
          <a:ln/>
        </p:spPr>
      </p:sp>
      <p:sp>
        <p:nvSpPr>
          <p:cNvPr id="122" name="Text 120"/>
          <p:cNvSpPr/>
          <p:nvPr/>
        </p:nvSpPr>
        <p:spPr>
          <a:xfrm>
            <a:off x="128016" y="3241548"/>
            <a:ext cx="237744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00" dirty="0"/>
          </a:p>
        </p:txBody>
      </p:sp>
      <p:sp>
        <p:nvSpPr>
          <p:cNvPr id="123" name="Text 121"/>
          <p:cNvSpPr/>
          <p:nvPr/>
        </p:nvSpPr>
        <p:spPr>
          <a:xfrm>
            <a:off x="429768" y="3241548"/>
            <a:ext cx="530352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30</a:t>
            </a:r>
            <a:endParaRPr lang="en-US" sz="800" dirty="0"/>
          </a:p>
        </p:txBody>
      </p:sp>
      <p:sp>
        <p:nvSpPr>
          <p:cNvPr id="124" name="Text 122"/>
          <p:cNvSpPr/>
          <p:nvPr/>
        </p:nvSpPr>
        <p:spPr>
          <a:xfrm>
            <a:off x="1024128" y="3241548"/>
            <a:ext cx="3255264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Gift for Eid</a:t>
            </a:r>
            <a:endParaRPr lang="en-US" sz="800" dirty="0"/>
          </a:p>
        </p:txBody>
      </p:sp>
      <p:sp>
        <p:nvSpPr>
          <p:cNvPr id="125" name="Text 123"/>
          <p:cNvSpPr/>
          <p:nvPr/>
        </p:nvSpPr>
        <p:spPr>
          <a:xfrm>
            <a:off x="4343400" y="3241548"/>
            <a:ext cx="832104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Carousel</a:t>
            </a:r>
            <a:endParaRPr lang="en-US" sz="800" dirty="0"/>
          </a:p>
        </p:txBody>
      </p:sp>
      <p:sp>
        <p:nvSpPr>
          <p:cNvPr id="126" name="Text 124"/>
          <p:cNvSpPr/>
          <p:nvPr/>
        </p:nvSpPr>
        <p:spPr>
          <a:xfrm>
            <a:off x="5239512" y="3241548"/>
            <a:ext cx="1060704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</a:t>
            </a:r>
            <a:endParaRPr lang="en-US" sz="800" dirty="0"/>
          </a:p>
        </p:txBody>
      </p:sp>
      <p:sp>
        <p:nvSpPr>
          <p:cNvPr id="127" name="Text 125"/>
          <p:cNvSpPr/>
          <p:nvPr/>
        </p:nvSpPr>
        <p:spPr>
          <a:xfrm>
            <a:off x="6364224" y="3241548"/>
            <a:ext cx="1243584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 · FB</a:t>
            </a:r>
            <a:endParaRPr lang="en-US" sz="800" dirty="0"/>
          </a:p>
        </p:txBody>
      </p:sp>
      <p:sp>
        <p:nvSpPr>
          <p:cNvPr id="128" name="Shape 126"/>
          <p:cNvSpPr/>
          <p:nvPr/>
        </p:nvSpPr>
        <p:spPr>
          <a:xfrm>
            <a:off x="91440" y="3392424"/>
            <a:ext cx="8961120" cy="153619"/>
          </a:xfrm>
          <a:prstGeom prst="rect">
            <a:avLst/>
          </a:prstGeom>
          <a:solidFill>
            <a:srgbClr val="1F2040"/>
          </a:solidFill>
          <a:ln/>
        </p:spPr>
      </p:sp>
      <p:sp>
        <p:nvSpPr>
          <p:cNvPr id="129" name="Shape 127"/>
          <p:cNvSpPr/>
          <p:nvPr/>
        </p:nvSpPr>
        <p:spPr>
          <a:xfrm>
            <a:off x="91440" y="3392424"/>
            <a:ext cx="54864" cy="153619"/>
          </a:xfrm>
          <a:prstGeom prst="rect">
            <a:avLst/>
          </a:prstGeom>
          <a:solidFill>
            <a:srgbClr val="6B4C35"/>
          </a:solidFill>
          <a:ln/>
        </p:spPr>
      </p:sp>
      <p:sp>
        <p:nvSpPr>
          <p:cNvPr id="130" name="Text 128"/>
          <p:cNvSpPr/>
          <p:nvPr/>
        </p:nvSpPr>
        <p:spPr>
          <a:xfrm>
            <a:off x="128016" y="3401568"/>
            <a:ext cx="237744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00" dirty="0"/>
          </a:p>
        </p:txBody>
      </p:sp>
      <p:sp>
        <p:nvSpPr>
          <p:cNvPr id="131" name="Text 129"/>
          <p:cNvSpPr/>
          <p:nvPr/>
        </p:nvSpPr>
        <p:spPr>
          <a:xfrm>
            <a:off x="429768" y="3401568"/>
            <a:ext cx="530352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31</a:t>
            </a:r>
            <a:endParaRPr lang="en-US" sz="800" dirty="0"/>
          </a:p>
        </p:txBody>
      </p:sp>
      <p:sp>
        <p:nvSpPr>
          <p:cNvPr id="132" name="Text 130"/>
          <p:cNvSpPr/>
          <p:nvPr/>
        </p:nvSpPr>
        <p:spPr>
          <a:xfrm>
            <a:off x="1024128" y="3401568"/>
            <a:ext cx="3255264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Designer Story</a:t>
            </a:r>
            <a:endParaRPr lang="en-US" sz="800" dirty="0"/>
          </a:p>
        </p:txBody>
      </p:sp>
      <p:sp>
        <p:nvSpPr>
          <p:cNvPr id="133" name="Text 131"/>
          <p:cNvSpPr/>
          <p:nvPr/>
        </p:nvSpPr>
        <p:spPr>
          <a:xfrm>
            <a:off x="4343400" y="3401568"/>
            <a:ext cx="832104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Reel</a:t>
            </a:r>
            <a:endParaRPr lang="en-US" sz="800" dirty="0"/>
          </a:p>
        </p:txBody>
      </p:sp>
      <p:sp>
        <p:nvSpPr>
          <p:cNvPr id="134" name="Text 132"/>
          <p:cNvSpPr/>
          <p:nvPr/>
        </p:nvSpPr>
        <p:spPr>
          <a:xfrm>
            <a:off x="5239512" y="3401568"/>
            <a:ext cx="1060704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</a:t>
            </a:r>
            <a:endParaRPr lang="en-US" sz="800" dirty="0"/>
          </a:p>
        </p:txBody>
      </p:sp>
      <p:sp>
        <p:nvSpPr>
          <p:cNvPr id="135" name="Text 133"/>
          <p:cNvSpPr/>
          <p:nvPr/>
        </p:nvSpPr>
        <p:spPr>
          <a:xfrm>
            <a:off x="6364224" y="3401568"/>
            <a:ext cx="1243584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 · TT</a:t>
            </a:r>
            <a:endParaRPr lang="en-US" sz="800" dirty="0"/>
          </a:p>
        </p:txBody>
      </p:sp>
      <p:sp>
        <p:nvSpPr>
          <p:cNvPr id="136" name="Shape 134"/>
          <p:cNvSpPr/>
          <p:nvPr/>
        </p:nvSpPr>
        <p:spPr>
          <a:xfrm>
            <a:off x="91440" y="3552444"/>
            <a:ext cx="8961120" cy="153619"/>
          </a:xfrm>
          <a:prstGeom prst="rect">
            <a:avLst/>
          </a:prstGeom>
          <a:solidFill>
            <a:srgbClr val="252648"/>
          </a:solidFill>
          <a:ln/>
        </p:spPr>
      </p:sp>
      <p:sp>
        <p:nvSpPr>
          <p:cNvPr id="137" name="Shape 135"/>
          <p:cNvSpPr/>
          <p:nvPr/>
        </p:nvSpPr>
        <p:spPr>
          <a:xfrm>
            <a:off x="91440" y="3552444"/>
            <a:ext cx="54864" cy="153619"/>
          </a:xfrm>
          <a:prstGeom prst="rect">
            <a:avLst/>
          </a:prstGeom>
          <a:solidFill>
            <a:srgbClr val="6B4C35"/>
          </a:solidFill>
          <a:ln/>
        </p:spPr>
      </p:sp>
      <p:sp>
        <p:nvSpPr>
          <p:cNvPr id="138" name="Text 136"/>
          <p:cNvSpPr/>
          <p:nvPr/>
        </p:nvSpPr>
        <p:spPr>
          <a:xfrm>
            <a:off x="128016" y="3561588"/>
            <a:ext cx="237744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00" dirty="0"/>
          </a:p>
        </p:txBody>
      </p:sp>
      <p:sp>
        <p:nvSpPr>
          <p:cNvPr id="139" name="Text 137"/>
          <p:cNvSpPr/>
          <p:nvPr/>
        </p:nvSpPr>
        <p:spPr>
          <a:xfrm>
            <a:off x="429768" y="3561588"/>
            <a:ext cx="530352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1</a:t>
            </a:r>
            <a:endParaRPr lang="en-US" sz="800" dirty="0"/>
          </a:p>
        </p:txBody>
      </p:sp>
      <p:sp>
        <p:nvSpPr>
          <p:cNvPr id="140" name="Text 138"/>
          <p:cNvSpPr/>
          <p:nvPr/>
        </p:nvSpPr>
        <p:spPr>
          <a:xfrm>
            <a:off x="1024128" y="3561588"/>
            <a:ext cx="3255264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 Art Placement Guide</a:t>
            </a:r>
            <a:endParaRPr lang="en-US" sz="800" dirty="0"/>
          </a:p>
        </p:txBody>
      </p:sp>
      <p:sp>
        <p:nvSpPr>
          <p:cNvPr id="141" name="Text 139"/>
          <p:cNvSpPr/>
          <p:nvPr/>
        </p:nvSpPr>
        <p:spPr>
          <a:xfrm>
            <a:off x="4343400" y="3561588"/>
            <a:ext cx="832104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Carousel</a:t>
            </a:r>
            <a:endParaRPr lang="en-US" sz="800" dirty="0"/>
          </a:p>
        </p:txBody>
      </p:sp>
      <p:sp>
        <p:nvSpPr>
          <p:cNvPr id="142" name="Text 140"/>
          <p:cNvSpPr/>
          <p:nvPr/>
        </p:nvSpPr>
        <p:spPr>
          <a:xfrm>
            <a:off x="5239512" y="3561588"/>
            <a:ext cx="1060704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800" dirty="0"/>
          </a:p>
        </p:txBody>
      </p:sp>
      <p:sp>
        <p:nvSpPr>
          <p:cNvPr id="143" name="Text 141"/>
          <p:cNvSpPr/>
          <p:nvPr/>
        </p:nvSpPr>
        <p:spPr>
          <a:xfrm>
            <a:off x="6364224" y="3561588"/>
            <a:ext cx="1243584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 · FB</a:t>
            </a:r>
            <a:endParaRPr lang="en-US" sz="800" dirty="0"/>
          </a:p>
        </p:txBody>
      </p:sp>
      <p:sp>
        <p:nvSpPr>
          <p:cNvPr id="144" name="Shape 142"/>
          <p:cNvSpPr/>
          <p:nvPr/>
        </p:nvSpPr>
        <p:spPr>
          <a:xfrm>
            <a:off x="91440" y="3712464"/>
            <a:ext cx="8961120" cy="153619"/>
          </a:xfrm>
          <a:prstGeom prst="rect">
            <a:avLst/>
          </a:prstGeom>
          <a:solidFill>
            <a:srgbClr val="1F2040"/>
          </a:solidFill>
          <a:ln/>
        </p:spPr>
      </p:sp>
      <p:sp>
        <p:nvSpPr>
          <p:cNvPr id="145" name="Shape 143"/>
          <p:cNvSpPr/>
          <p:nvPr/>
        </p:nvSpPr>
        <p:spPr>
          <a:xfrm>
            <a:off x="91440" y="3712464"/>
            <a:ext cx="54864" cy="153619"/>
          </a:xfrm>
          <a:prstGeom prst="rect">
            <a:avLst/>
          </a:prstGeom>
          <a:solidFill>
            <a:srgbClr val="6B4C35"/>
          </a:solidFill>
          <a:ln/>
        </p:spPr>
      </p:sp>
      <p:sp>
        <p:nvSpPr>
          <p:cNvPr id="146" name="Text 144"/>
          <p:cNvSpPr/>
          <p:nvPr/>
        </p:nvSpPr>
        <p:spPr>
          <a:xfrm>
            <a:off x="128016" y="3721608"/>
            <a:ext cx="237744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00" dirty="0"/>
          </a:p>
        </p:txBody>
      </p:sp>
      <p:sp>
        <p:nvSpPr>
          <p:cNvPr id="147" name="Text 145"/>
          <p:cNvSpPr/>
          <p:nvPr/>
        </p:nvSpPr>
        <p:spPr>
          <a:xfrm>
            <a:off x="429768" y="3721608"/>
            <a:ext cx="530352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2</a:t>
            </a:r>
            <a:endParaRPr lang="en-US" sz="800" dirty="0"/>
          </a:p>
        </p:txBody>
      </p:sp>
      <p:sp>
        <p:nvSpPr>
          <p:cNvPr id="148" name="Text 146"/>
          <p:cNvSpPr/>
          <p:nvPr/>
        </p:nvSpPr>
        <p:spPr>
          <a:xfrm>
            <a:off x="1024128" y="3721608"/>
            <a:ext cx="3255264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Reaction</a:t>
            </a:r>
            <a:endParaRPr lang="en-US" sz="800" dirty="0"/>
          </a:p>
        </p:txBody>
      </p:sp>
      <p:sp>
        <p:nvSpPr>
          <p:cNvPr id="149" name="Text 147"/>
          <p:cNvSpPr/>
          <p:nvPr/>
        </p:nvSpPr>
        <p:spPr>
          <a:xfrm>
            <a:off x="4343400" y="3721608"/>
            <a:ext cx="832104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Reel</a:t>
            </a:r>
            <a:endParaRPr lang="en-US" sz="800" dirty="0"/>
          </a:p>
        </p:txBody>
      </p:sp>
      <p:sp>
        <p:nvSpPr>
          <p:cNvPr id="150" name="Text 148"/>
          <p:cNvSpPr/>
          <p:nvPr/>
        </p:nvSpPr>
        <p:spPr>
          <a:xfrm>
            <a:off x="5239512" y="3721608"/>
            <a:ext cx="1060704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800" dirty="0"/>
          </a:p>
        </p:txBody>
      </p:sp>
      <p:sp>
        <p:nvSpPr>
          <p:cNvPr id="151" name="Text 149"/>
          <p:cNvSpPr/>
          <p:nvPr/>
        </p:nvSpPr>
        <p:spPr>
          <a:xfrm>
            <a:off x="6364224" y="3721608"/>
            <a:ext cx="1243584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 · TT</a:t>
            </a:r>
            <a:endParaRPr lang="en-US" sz="800" dirty="0"/>
          </a:p>
        </p:txBody>
      </p:sp>
      <p:sp>
        <p:nvSpPr>
          <p:cNvPr id="152" name="Shape 150"/>
          <p:cNvSpPr/>
          <p:nvPr/>
        </p:nvSpPr>
        <p:spPr>
          <a:xfrm>
            <a:off x="91440" y="3872484"/>
            <a:ext cx="8961120" cy="153619"/>
          </a:xfrm>
          <a:prstGeom prst="rect">
            <a:avLst/>
          </a:prstGeom>
          <a:solidFill>
            <a:srgbClr val="252648"/>
          </a:solidFill>
          <a:ln/>
        </p:spPr>
      </p:sp>
      <p:sp>
        <p:nvSpPr>
          <p:cNvPr id="153" name="Shape 151"/>
          <p:cNvSpPr/>
          <p:nvPr/>
        </p:nvSpPr>
        <p:spPr>
          <a:xfrm>
            <a:off x="91440" y="3872484"/>
            <a:ext cx="54864" cy="153619"/>
          </a:xfrm>
          <a:prstGeom prst="rect">
            <a:avLst/>
          </a:prstGeom>
          <a:solidFill>
            <a:srgbClr val="6B4C35"/>
          </a:solidFill>
          <a:ln/>
        </p:spPr>
      </p:sp>
      <p:sp>
        <p:nvSpPr>
          <p:cNvPr id="154" name="Text 152"/>
          <p:cNvSpPr/>
          <p:nvPr/>
        </p:nvSpPr>
        <p:spPr>
          <a:xfrm>
            <a:off x="128016" y="3881628"/>
            <a:ext cx="237744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00" dirty="0"/>
          </a:p>
        </p:txBody>
      </p:sp>
      <p:sp>
        <p:nvSpPr>
          <p:cNvPr id="155" name="Text 153"/>
          <p:cNvSpPr/>
          <p:nvPr/>
        </p:nvSpPr>
        <p:spPr>
          <a:xfrm>
            <a:off x="429768" y="3881628"/>
            <a:ext cx="530352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3</a:t>
            </a:r>
            <a:endParaRPr lang="en-US" sz="800" dirty="0"/>
          </a:p>
        </p:txBody>
      </p:sp>
      <p:sp>
        <p:nvSpPr>
          <p:cNvPr id="156" name="Text 154"/>
          <p:cNvSpPr/>
          <p:nvPr/>
        </p:nvSpPr>
        <p:spPr>
          <a:xfrm>
            <a:off x="1024128" y="3881628"/>
            <a:ext cx="3255264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Trending Styles 2026</a:t>
            </a:r>
            <a:endParaRPr lang="en-US" sz="800" dirty="0"/>
          </a:p>
        </p:txBody>
      </p:sp>
      <p:sp>
        <p:nvSpPr>
          <p:cNvPr id="157" name="Text 155"/>
          <p:cNvSpPr/>
          <p:nvPr/>
        </p:nvSpPr>
        <p:spPr>
          <a:xfrm>
            <a:off x="4343400" y="3881628"/>
            <a:ext cx="832104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Carousel</a:t>
            </a:r>
            <a:endParaRPr lang="en-US" sz="800" dirty="0"/>
          </a:p>
        </p:txBody>
      </p:sp>
      <p:sp>
        <p:nvSpPr>
          <p:cNvPr id="158" name="Text 156"/>
          <p:cNvSpPr/>
          <p:nvPr/>
        </p:nvSpPr>
        <p:spPr>
          <a:xfrm>
            <a:off x="5239512" y="3881628"/>
            <a:ext cx="1060704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</a:t>
            </a:r>
            <a:endParaRPr lang="en-US" sz="800" dirty="0"/>
          </a:p>
        </p:txBody>
      </p:sp>
      <p:sp>
        <p:nvSpPr>
          <p:cNvPr id="159" name="Text 157"/>
          <p:cNvSpPr/>
          <p:nvPr/>
        </p:nvSpPr>
        <p:spPr>
          <a:xfrm>
            <a:off x="6364224" y="3881628"/>
            <a:ext cx="1243584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 · FB</a:t>
            </a:r>
            <a:endParaRPr lang="en-US" sz="800" dirty="0"/>
          </a:p>
        </p:txBody>
      </p:sp>
      <p:sp>
        <p:nvSpPr>
          <p:cNvPr id="160" name="Shape 158"/>
          <p:cNvSpPr/>
          <p:nvPr/>
        </p:nvSpPr>
        <p:spPr>
          <a:xfrm>
            <a:off x="91440" y="4032504"/>
            <a:ext cx="8961120" cy="153619"/>
          </a:xfrm>
          <a:prstGeom prst="rect">
            <a:avLst/>
          </a:prstGeom>
          <a:solidFill>
            <a:srgbClr val="1F2040"/>
          </a:solidFill>
          <a:ln/>
        </p:spPr>
      </p:sp>
      <p:sp>
        <p:nvSpPr>
          <p:cNvPr id="161" name="Shape 159"/>
          <p:cNvSpPr/>
          <p:nvPr/>
        </p:nvSpPr>
        <p:spPr>
          <a:xfrm>
            <a:off x="91440" y="4032504"/>
            <a:ext cx="54864" cy="153619"/>
          </a:xfrm>
          <a:prstGeom prst="rect">
            <a:avLst/>
          </a:prstGeom>
          <a:solidFill>
            <a:srgbClr val="A84862"/>
          </a:solidFill>
          <a:ln/>
        </p:spPr>
      </p:sp>
      <p:sp>
        <p:nvSpPr>
          <p:cNvPr id="162" name="Text 160"/>
          <p:cNvSpPr/>
          <p:nvPr/>
        </p:nvSpPr>
        <p:spPr>
          <a:xfrm>
            <a:off x="128016" y="4041648"/>
            <a:ext cx="237744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00" dirty="0"/>
          </a:p>
        </p:txBody>
      </p:sp>
      <p:sp>
        <p:nvSpPr>
          <p:cNvPr id="163" name="Text 161"/>
          <p:cNvSpPr/>
          <p:nvPr/>
        </p:nvSpPr>
        <p:spPr>
          <a:xfrm>
            <a:off x="429768" y="4041648"/>
            <a:ext cx="530352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4</a:t>
            </a:r>
            <a:endParaRPr lang="en-US" sz="800" dirty="0"/>
          </a:p>
        </p:txBody>
      </p:sp>
      <p:sp>
        <p:nvSpPr>
          <p:cNvPr id="164" name="Text 162"/>
          <p:cNvSpPr/>
          <p:nvPr/>
        </p:nvSpPr>
        <p:spPr>
          <a:xfrm>
            <a:off x="1024128" y="4041648"/>
            <a:ext cx="3255264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Mother's Day Teaser</a:t>
            </a:r>
            <a:endParaRPr lang="en-US" sz="800" dirty="0"/>
          </a:p>
        </p:txBody>
      </p:sp>
      <p:sp>
        <p:nvSpPr>
          <p:cNvPr id="165" name="Text 163"/>
          <p:cNvSpPr/>
          <p:nvPr/>
        </p:nvSpPr>
        <p:spPr>
          <a:xfrm>
            <a:off x="4343400" y="4041648"/>
            <a:ext cx="832104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</a:t>
            </a:r>
            <a:endParaRPr lang="en-US" sz="800" dirty="0"/>
          </a:p>
        </p:txBody>
      </p:sp>
      <p:sp>
        <p:nvSpPr>
          <p:cNvPr id="166" name="Text 164"/>
          <p:cNvSpPr/>
          <p:nvPr/>
        </p:nvSpPr>
        <p:spPr>
          <a:xfrm>
            <a:off x="5239512" y="4041648"/>
            <a:ext cx="1060704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Anticipation</a:t>
            </a:r>
            <a:endParaRPr lang="en-US" sz="800" dirty="0"/>
          </a:p>
        </p:txBody>
      </p:sp>
      <p:sp>
        <p:nvSpPr>
          <p:cNvPr id="167" name="Text 165"/>
          <p:cNvSpPr/>
          <p:nvPr/>
        </p:nvSpPr>
        <p:spPr>
          <a:xfrm>
            <a:off x="6364224" y="4041648"/>
            <a:ext cx="1243584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 · FB</a:t>
            </a:r>
            <a:endParaRPr lang="en-US" sz="800" dirty="0"/>
          </a:p>
        </p:txBody>
      </p:sp>
      <p:sp>
        <p:nvSpPr>
          <p:cNvPr id="168" name="Shape 166"/>
          <p:cNvSpPr/>
          <p:nvPr/>
        </p:nvSpPr>
        <p:spPr>
          <a:xfrm>
            <a:off x="91440" y="4192524"/>
            <a:ext cx="8961120" cy="153619"/>
          </a:xfrm>
          <a:prstGeom prst="rect">
            <a:avLst/>
          </a:prstGeom>
          <a:solidFill>
            <a:srgbClr val="252648"/>
          </a:solidFill>
          <a:ln/>
        </p:spPr>
      </p:sp>
      <p:sp>
        <p:nvSpPr>
          <p:cNvPr id="169" name="Shape 167"/>
          <p:cNvSpPr/>
          <p:nvPr/>
        </p:nvSpPr>
        <p:spPr>
          <a:xfrm>
            <a:off x="91440" y="4192524"/>
            <a:ext cx="54864" cy="153619"/>
          </a:xfrm>
          <a:prstGeom prst="rect">
            <a:avLst/>
          </a:prstGeom>
          <a:solidFill>
            <a:srgbClr val="A84862"/>
          </a:solidFill>
          <a:ln/>
        </p:spPr>
      </p:sp>
      <p:sp>
        <p:nvSpPr>
          <p:cNvPr id="170" name="Text 168"/>
          <p:cNvSpPr/>
          <p:nvPr/>
        </p:nvSpPr>
        <p:spPr>
          <a:xfrm>
            <a:off x="128016" y="4201668"/>
            <a:ext cx="237744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00" dirty="0"/>
          </a:p>
        </p:txBody>
      </p:sp>
      <p:sp>
        <p:nvSpPr>
          <p:cNvPr id="171" name="Text 169"/>
          <p:cNvSpPr/>
          <p:nvPr/>
        </p:nvSpPr>
        <p:spPr>
          <a:xfrm>
            <a:off x="429768" y="4201668"/>
            <a:ext cx="530352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5</a:t>
            </a:r>
            <a:endParaRPr lang="en-US" sz="800" dirty="0"/>
          </a:p>
        </p:txBody>
      </p:sp>
      <p:sp>
        <p:nvSpPr>
          <p:cNvPr id="172" name="Text 170"/>
          <p:cNvSpPr/>
          <p:nvPr/>
        </p:nvSpPr>
        <p:spPr>
          <a:xfrm>
            <a:off x="1024128" y="4201668"/>
            <a:ext cx="3255264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 for Moms</a:t>
            </a:r>
            <a:endParaRPr lang="en-US" sz="800" dirty="0"/>
          </a:p>
        </p:txBody>
      </p:sp>
      <p:sp>
        <p:nvSpPr>
          <p:cNvPr id="173" name="Text 171"/>
          <p:cNvSpPr/>
          <p:nvPr/>
        </p:nvSpPr>
        <p:spPr>
          <a:xfrm>
            <a:off x="4343400" y="4201668"/>
            <a:ext cx="832104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Carousel</a:t>
            </a:r>
            <a:endParaRPr lang="en-US" sz="800" dirty="0"/>
          </a:p>
        </p:txBody>
      </p:sp>
      <p:sp>
        <p:nvSpPr>
          <p:cNvPr id="174" name="Text 172"/>
          <p:cNvSpPr/>
          <p:nvPr/>
        </p:nvSpPr>
        <p:spPr>
          <a:xfrm>
            <a:off x="5239512" y="4201668"/>
            <a:ext cx="1060704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Emotional</a:t>
            </a:r>
            <a:endParaRPr lang="en-US" sz="800" dirty="0"/>
          </a:p>
        </p:txBody>
      </p:sp>
      <p:sp>
        <p:nvSpPr>
          <p:cNvPr id="175" name="Text 173"/>
          <p:cNvSpPr/>
          <p:nvPr/>
        </p:nvSpPr>
        <p:spPr>
          <a:xfrm>
            <a:off x="6364224" y="4201668"/>
            <a:ext cx="1243584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 · FB</a:t>
            </a:r>
            <a:endParaRPr lang="en-US" sz="800" dirty="0"/>
          </a:p>
        </p:txBody>
      </p:sp>
      <p:sp>
        <p:nvSpPr>
          <p:cNvPr id="176" name="Shape 174"/>
          <p:cNvSpPr/>
          <p:nvPr/>
        </p:nvSpPr>
        <p:spPr>
          <a:xfrm>
            <a:off x="91440" y="4352544"/>
            <a:ext cx="8961120" cy="153619"/>
          </a:xfrm>
          <a:prstGeom prst="rect">
            <a:avLst/>
          </a:prstGeom>
          <a:solidFill>
            <a:srgbClr val="1F2040"/>
          </a:solidFill>
          <a:ln/>
        </p:spPr>
      </p:sp>
      <p:sp>
        <p:nvSpPr>
          <p:cNvPr id="177" name="Shape 175"/>
          <p:cNvSpPr/>
          <p:nvPr/>
        </p:nvSpPr>
        <p:spPr>
          <a:xfrm>
            <a:off x="91440" y="4352544"/>
            <a:ext cx="54864" cy="153619"/>
          </a:xfrm>
          <a:prstGeom prst="rect">
            <a:avLst/>
          </a:prstGeom>
          <a:solidFill>
            <a:srgbClr val="A84862"/>
          </a:solidFill>
          <a:ln/>
        </p:spPr>
      </p:sp>
      <p:sp>
        <p:nvSpPr>
          <p:cNvPr id="178" name="Text 176"/>
          <p:cNvSpPr/>
          <p:nvPr/>
        </p:nvSpPr>
        <p:spPr>
          <a:xfrm>
            <a:off x="128016" y="4361688"/>
            <a:ext cx="237744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800" dirty="0"/>
          </a:p>
        </p:txBody>
      </p:sp>
      <p:sp>
        <p:nvSpPr>
          <p:cNvPr id="179" name="Text 177"/>
          <p:cNvSpPr/>
          <p:nvPr/>
        </p:nvSpPr>
        <p:spPr>
          <a:xfrm>
            <a:off x="429768" y="4361688"/>
            <a:ext cx="530352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7</a:t>
            </a:r>
            <a:endParaRPr lang="en-US" sz="800" dirty="0"/>
          </a:p>
        </p:txBody>
      </p:sp>
      <p:sp>
        <p:nvSpPr>
          <p:cNvPr id="180" name="Text 178"/>
          <p:cNvSpPr/>
          <p:nvPr/>
        </p:nvSpPr>
        <p:spPr>
          <a:xfrm>
            <a:off x="1024128" y="4361688"/>
            <a:ext cx="3255264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Mother's Day Gift Guide</a:t>
            </a:r>
            <a:endParaRPr lang="en-US" sz="800" dirty="0"/>
          </a:p>
        </p:txBody>
      </p:sp>
      <p:sp>
        <p:nvSpPr>
          <p:cNvPr id="181" name="Text 179"/>
          <p:cNvSpPr/>
          <p:nvPr/>
        </p:nvSpPr>
        <p:spPr>
          <a:xfrm>
            <a:off x="4343400" y="4361688"/>
            <a:ext cx="832104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Reel</a:t>
            </a:r>
            <a:endParaRPr lang="en-US" sz="800" dirty="0"/>
          </a:p>
        </p:txBody>
      </p:sp>
      <p:sp>
        <p:nvSpPr>
          <p:cNvPr id="182" name="Text 180"/>
          <p:cNvSpPr/>
          <p:nvPr/>
        </p:nvSpPr>
        <p:spPr>
          <a:xfrm>
            <a:off x="5239512" y="4361688"/>
            <a:ext cx="1060704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800" dirty="0"/>
          </a:p>
        </p:txBody>
      </p:sp>
      <p:sp>
        <p:nvSpPr>
          <p:cNvPr id="183" name="Text 181"/>
          <p:cNvSpPr/>
          <p:nvPr/>
        </p:nvSpPr>
        <p:spPr>
          <a:xfrm>
            <a:off x="6364224" y="4361688"/>
            <a:ext cx="1243584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 · TT</a:t>
            </a:r>
            <a:endParaRPr lang="en-US" sz="800" dirty="0"/>
          </a:p>
        </p:txBody>
      </p:sp>
      <p:sp>
        <p:nvSpPr>
          <p:cNvPr id="184" name="Shape 182"/>
          <p:cNvSpPr/>
          <p:nvPr/>
        </p:nvSpPr>
        <p:spPr>
          <a:xfrm>
            <a:off x="91440" y="4512564"/>
            <a:ext cx="8961120" cy="153619"/>
          </a:xfrm>
          <a:prstGeom prst="rect">
            <a:avLst/>
          </a:prstGeom>
          <a:solidFill>
            <a:srgbClr val="252648"/>
          </a:solidFill>
          <a:ln/>
        </p:spPr>
      </p:sp>
      <p:sp>
        <p:nvSpPr>
          <p:cNvPr id="185" name="Shape 183"/>
          <p:cNvSpPr/>
          <p:nvPr/>
        </p:nvSpPr>
        <p:spPr>
          <a:xfrm>
            <a:off x="91440" y="4512564"/>
            <a:ext cx="54864" cy="153619"/>
          </a:xfrm>
          <a:prstGeom prst="rect">
            <a:avLst/>
          </a:prstGeom>
          <a:solidFill>
            <a:srgbClr val="A84862"/>
          </a:solidFill>
          <a:ln/>
        </p:spPr>
      </p:sp>
      <p:sp>
        <p:nvSpPr>
          <p:cNvPr id="186" name="Text 184"/>
          <p:cNvSpPr/>
          <p:nvPr/>
        </p:nvSpPr>
        <p:spPr>
          <a:xfrm>
            <a:off x="128016" y="4521708"/>
            <a:ext cx="237744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800" dirty="0"/>
          </a:p>
        </p:txBody>
      </p:sp>
      <p:sp>
        <p:nvSpPr>
          <p:cNvPr id="187" name="Text 185"/>
          <p:cNvSpPr/>
          <p:nvPr/>
        </p:nvSpPr>
        <p:spPr>
          <a:xfrm>
            <a:off x="429768" y="4521708"/>
            <a:ext cx="530352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8</a:t>
            </a:r>
            <a:endParaRPr lang="en-US" sz="800" dirty="0"/>
          </a:p>
        </p:txBody>
      </p:sp>
      <p:sp>
        <p:nvSpPr>
          <p:cNvPr id="188" name="Text 186"/>
          <p:cNvSpPr/>
          <p:nvPr/>
        </p:nvSpPr>
        <p:spPr>
          <a:xfrm>
            <a:off x="1024128" y="4521708"/>
            <a:ext cx="3255264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UGC - Customer Photos</a:t>
            </a:r>
            <a:endParaRPr lang="en-US" sz="800" dirty="0"/>
          </a:p>
        </p:txBody>
      </p:sp>
      <p:sp>
        <p:nvSpPr>
          <p:cNvPr id="189" name="Text 187"/>
          <p:cNvSpPr/>
          <p:nvPr/>
        </p:nvSpPr>
        <p:spPr>
          <a:xfrm>
            <a:off x="4343400" y="4521708"/>
            <a:ext cx="832104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Carousel</a:t>
            </a:r>
            <a:endParaRPr lang="en-US" sz="800" dirty="0"/>
          </a:p>
        </p:txBody>
      </p:sp>
      <p:sp>
        <p:nvSpPr>
          <p:cNvPr id="190" name="Text 188"/>
          <p:cNvSpPr/>
          <p:nvPr/>
        </p:nvSpPr>
        <p:spPr>
          <a:xfrm>
            <a:off x="5239512" y="4521708"/>
            <a:ext cx="1060704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800" dirty="0"/>
          </a:p>
        </p:txBody>
      </p:sp>
      <p:sp>
        <p:nvSpPr>
          <p:cNvPr id="191" name="Text 189"/>
          <p:cNvSpPr/>
          <p:nvPr/>
        </p:nvSpPr>
        <p:spPr>
          <a:xfrm>
            <a:off x="6364224" y="4521708"/>
            <a:ext cx="1243584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 · FB</a:t>
            </a:r>
            <a:endParaRPr lang="en-US" sz="800" dirty="0"/>
          </a:p>
        </p:txBody>
      </p:sp>
      <p:sp>
        <p:nvSpPr>
          <p:cNvPr id="192" name="Shape 190"/>
          <p:cNvSpPr/>
          <p:nvPr/>
        </p:nvSpPr>
        <p:spPr>
          <a:xfrm>
            <a:off x="91440" y="4672584"/>
            <a:ext cx="8961120" cy="153619"/>
          </a:xfrm>
          <a:prstGeom prst="rect">
            <a:avLst/>
          </a:prstGeom>
          <a:solidFill>
            <a:srgbClr val="1F2040"/>
          </a:solidFill>
          <a:ln/>
        </p:spPr>
      </p:sp>
      <p:sp>
        <p:nvSpPr>
          <p:cNvPr id="193" name="Shape 191"/>
          <p:cNvSpPr/>
          <p:nvPr/>
        </p:nvSpPr>
        <p:spPr>
          <a:xfrm>
            <a:off x="91440" y="4672584"/>
            <a:ext cx="54864" cy="153619"/>
          </a:xfrm>
          <a:prstGeom prst="rect">
            <a:avLst/>
          </a:prstGeom>
          <a:solidFill>
            <a:srgbClr val="A84862"/>
          </a:solidFill>
          <a:ln/>
        </p:spPr>
      </p:sp>
      <p:sp>
        <p:nvSpPr>
          <p:cNvPr id="194" name="Text 192"/>
          <p:cNvSpPr/>
          <p:nvPr/>
        </p:nvSpPr>
        <p:spPr>
          <a:xfrm>
            <a:off x="128016" y="4681728"/>
            <a:ext cx="237744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800" dirty="0"/>
          </a:p>
        </p:txBody>
      </p:sp>
      <p:sp>
        <p:nvSpPr>
          <p:cNvPr id="195" name="Text 193"/>
          <p:cNvSpPr/>
          <p:nvPr/>
        </p:nvSpPr>
        <p:spPr>
          <a:xfrm>
            <a:off x="429768" y="4681728"/>
            <a:ext cx="530352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9</a:t>
            </a:r>
            <a:endParaRPr lang="en-US" sz="800" dirty="0"/>
          </a:p>
        </p:txBody>
      </p:sp>
      <p:sp>
        <p:nvSpPr>
          <p:cNvPr id="196" name="Text 194"/>
          <p:cNvSpPr/>
          <p:nvPr/>
        </p:nvSpPr>
        <p:spPr>
          <a:xfrm>
            <a:off x="1024128" y="4681728"/>
            <a:ext cx="3255264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Mother's Day Offer</a:t>
            </a:r>
            <a:endParaRPr lang="en-US" sz="800" dirty="0"/>
          </a:p>
        </p:txBody>
      </p:sp>
      <p:sp>
        <p:nvSpPr>
          <p:cNvPr id="197" name="Text 195"/>
          <p:cNvSpPr/>
          <p:nvPr/>
        </p:nvSpPr>
        <p:spPr>
          <a:xfrm>
            <a:off x="4343400" y="4681728"/>
            <a:ext cx="832104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</a:t>
            </a:r>
            <a:endParaRPr lang="en-US" sz="800" dirty="0"/>
          </a:p>
        </p:txBody>
      </p:sp>
      <p:sp>
        <p:nvSpPr>
          <p:cNvPr id="198" name="Text 196"/>
          <p:cNvSpPr/>
          <p:nvPr/>
        </p:nvSpPr>
        <p:spPr>
          <a:xfrm>
            <a:off x="5239512" y="4681728"/>
            <a:ext cx="1060704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</a:t>
            </a:r>
            <a:endParaRPr lang="en-US" sz="800" dirty="0"/>
          </a:p>
        </p:txBody>
      </p:sp>
      <p:sp>
        <p:nvSpPr>
          <p:cNvPr id="199" name="Text 197"/>
          <p:cNvSpPr/>
          <p:nvPr/>
        </p:nvSpPr>
        <p:spPr>
          <a:xfrm>
            <a:off x="6364224" y="4681728"/>
            <a:ext cx="1243584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 · FB</a:t>
            </a:r>
            <a:endParaRPr lang="en-US" sz="800" dirty="0"/>
          </a:p>
        </p:txBody>
      </p:sp>
      <p:sp>
        <p:nvSpPr>
          <p:cNvPr id="200" name="Shape 198"/>
          <p:cNvSpPr/>
          <p:nvPr/>
        </p:nvSpPr>
        <p:spPr>
          <a:xfrm>
            <a:off x="91440" y="4832604"/>
            <a:ext cx="8961120" cy="153619"/>
          </a:xfrm>
          <a:prstGeom prst="rect">
            <a:avLst/>
          </a:prstGeom>
          <a:solidFill>
            <a:srgbClr val="252648"/>
          </a:solidFill>
          <a:ln/>
        </p:spPr>
      </p:sp>
      <p:sp>
        <p:nvSpPr>
          <p:cNvPr id="201" name="Shape 199"/>
          <p:cNvSpPr/>
          <p:nvPr/>
        </p:nvSpPr>
        <p:spPr>
          <a:xfrm>
            <a:off x="91440" y="4832604"/>
            <a:ext cx="54864" cy="153619"/>
          </a:xfrm>
          <a:prstGeom prst="rect">
            <a:avLst/>
          </a:prstGeom>
          <a:solidFill>
            <a:srgbClr val="A84862"/>
          </a:solidFill>
          <a:ln/>
        </p:spPr>
      </p:sp>
      <p:sp>
        <p:nvSpPr>
          <p:cNvPr id="202" name="Text 200"/>
          <p:cNvSpPr/>
          <p:nvPr/>
        </p:nvSpPr>
        <p:spPr>
          <a:xfrm>
            <a:off x="128016" y="4841748"/>
            <a:ext cx="237744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800" dirty="0"/>
          </a:p>
        </p:txBody>
      </p:sp>
      <p:sp>
        <p:nvSpPr>
          <p:cNvPr id="203" name="Text 201"/>
          <p:cNvSpPr/>
          <p:nvPr/>
        </p:nvSpPr>
        <p:spPr>
          <a:xfrm>
            <a:off x="429768" y="4841748"/>
            <a:ext cx="530352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10</a:t>
            </a:r>
            <a:endParaRPr lang="en-US" sz="800" dirty="0"/>
          </a:p>
        </p:txBody>
      </p:sp>
      <p:sp>
        <p:nvSpPr>
          <p:cNvPr id="204" name="Text 202"/>
          <p:cNvSpPr/>
          <p:nvPr/>
        </p:nvSpPr>
        <p:spPr>
          <a:xfrm>
            <a:off x="1024128" y="4841748"/>
            <a:ext cx="3255264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Giveaway: Custom Painting</a:t>
            </a:r>
            <a:endParaRPr lang="en-US" sz="800" dirty="0"/>
          </a:p>
        </p:txBody>
      </p:sp>
      <p:sp>
        <p:nvSpPr>
          <p:cNvPr id="205" name="Text 203"/>
          <p:cNvSpPr/>
          <p:nvPr/>
        </p:nvSpPr>
        <p:spPr>
          <a:xfrm>
            <a:off x="4343400" y="4841748"/>
            <a:ext cx="832104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Reel</a:t>
            </a:r>
            <a:endParaRPr lang="en-US" sz="800" dirty="0"/>
          </a:p>
        </p:txBody>
      </p:sp>
      <p:sp>
        <p:nvSpPr>
          <p:cNvPr id="206" name="Text 204"/>
          <p:cNvSpPr/>
          <p:nvPr/>
        </p:nvSpPr>
        <p:spPr>
          <a:xfrm>
            <a:off x="5239512" y="4841748"/>
            <a:ext cx="1060704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800" dirty="0"/>
          </a:p>
        </p:txBody>
      </p:sp>
      <p:sp>
        <p:nvSpPr>
          <p:cNvPr id="207" name="Text 205"/>
          <p:cNvSpPr/>
          <p:nvPr/>
        </p:nvSpPr>
        <p:spPr>
          <a:xfrm>
            <a:off x="6364224" y="4841748"/>
            <a:ext cx="1243584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 · TT</a:t>
            </a:r>
            <a:endParaRPr lang="en-US" sz="800" dirty="0"/>
          </a:p>
        </p:txBody>
      </p:sp>
      <p:sp>
        <p:nvSpPr>
          <p:cNvPr id="208" name="Text 206"/>
          <p:cNvSpPr/>
          <p:nvPr/>
        </p:nvSpPr>
        <p:spPr>
          <a:xfrm>
            <a:off x="91440" y="489204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Week 1  ■ Week 2  ■ Week 3  ■ Week 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 TOP 5 VIRAL REEL IDEAS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" y="1143000"/>
            <a:ext cx="54864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143000"/>
            <a:ext cx="502920" cy="59436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" y="114300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1179576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wall → Beautiful wall transformation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1453896"/>
            <a:ext cx="480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visual contrast = maximum saves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8600" y="1837944"/>
            <a:ext cx="54864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28600" y="1837944"/>
            <a:ext cx="502920" cy="59436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2" name="Text 10"/>
          <p:cNvSpPr/>
          <p:nvPr/>
        </p:nvSpPr>
        <p:spPr>
          <a:xfrm>
            <a:off x="228600" y="1837944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22960" y="1874520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painting time-lapse video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2148840"/>
            <a:ext cx="480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Behind-the-scenes builds brand trust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8600" y="2532888"/>
            <a:ext cx="54864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28600" y="2532888"/>
            <a:ext cx="502920" cy="59436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7" name="Text 15"/>
          <p:cNvSpPr/>
          <p:nvPr/>
        </p:nvSpPr>
        <p:spPr>
          <a:xfrm>
            <a:off x="228600" y="2532888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22960" y="2569464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"3 mistakes when choosing wall art"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2960" y="2843784"/>
            <a:ext cx="480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hooks drive shares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28600" y="3227832"/>
            <a:ext cx="54864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28600" y="3227832"/>
            <a:ext cx="502920" cy="59436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22" name="Text 20"/>
          <p:cNvSpPr/>
          <p:nvPr/>
        </p:nvSpPr>
        <p:spPr>
          <a:xfrm>
            <a:off x="228600" y="3227832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822960" y="3264408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reaction to custom painting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22960" y="3538728"/>
            <a:ext cx="480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Emotional authenticity converts viewers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28600" y="3922776"/>
            <a:ext cx="54864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28600" y="3922776"/>
            <a:ext cx="502920" cy="59436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27" name="Text 25"/>
          <p:cNvSpPr/>
          <p:nvPr/>
        </p:nvSpPr>
        <p:spPr>
          <a:xfrm>
            <a:off x="228600" y="3922776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822960" y="3959352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Living room makeover with 1 painting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22960" y="4233672"/>
            <a:ext cx="480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Before/after is the #1 décor format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989320" y="1143000"/>
            <a:ext cx="2926080" cy="3474720"/>
          </a:xfrm>
          <a:prstGeom prst="rect">
            <a:avLst/>
          </a:prstGeom>
          <a:solidFill>
            <a:srgbClr val="B85042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080760" y="12344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PRO TIP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080760" y="1691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converting posts for décor brands: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080760" y="214884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Before/after room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transformations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080760" y="2898648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Real customer homes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(UGC content)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080760" y="3648456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Gift-focused posts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(Eid / Mother's Day)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Art House Content Calendar</dc:title>
  <dc:subject>PptxGenJS Presentation</dc:subject>
  <dc:creator>PptxGenJS</dc:creator>
  <cp:lastModifiedBy>PptxGenJS</cp:lastModifiedBy>
  <cp:revision>1</cp:revision>
  <dcterms:created xsi:type="dcterms:W3CDTF">2026-03-09T23:43:47Z</dcterms:created>
  <dcterms:modified xsi:type="dcterms:W3CDTF">2026-03-09T23:43:47Z</dcterms:modified>
</cp:coreProperties>
</file>